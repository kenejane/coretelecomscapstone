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5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348FB-7B47-47B9-A8D7-291EDD078CE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ADAC71-0512-4622-A0C4-075692163C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Unify customer complaints data across channels</a:t>
          </a:r>
        </a:p>
      </dgm:t>
    </dgm:pt>
    <dgm:pt modelId="{76EB7B5A-CD23-4BAD-ABEC-C13BBC1F2EF7}" type="parTrans" cxnId="{5B1DC249-2C9A-48A2-80FD-9F26893AEE1E}">
      <dgm:prSet/>
      <dgm:spPr/>
      <dgm:t>
        <a:bodyPr/>
        <a:lstStyle/>
        <a:p>
          <a:endParaRPr lang="en-US"/>
        </a:p>
      </dgm:t>
    </dgm:pt>
    <dgm:pt modelId="{3A10E50D-55ED-4009-9D26-08CC7EB71524}" type="sibTrans" cxnId="{5B1DC249-2C9A-48A2-80FD-9F26893AEE1E}">
      <dgm:prSet/>
      <dgm:spPr/>
      <dgm:t>
        <a:bodyPr/>
        <a:lstStyle/>
        <a:p>
          <a:endParaRPr lang="en-US"/>
        </a:p>
      </dgm:t>
    </dgm:pt>
    <dgm:pt modelId="{E9B1EFC9-F104-447F-B722-11167FA07A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ingestion, processing, and analytics</a:t>
          </a:r>
        </a:p>
      </dgm:t>
    </dgm:pt>
    <dgm:pt modelId="{550CF098-8BA8-4042-B341-2BDE02D90D95}" type="parTrans" cxnId="{FCF40406-4CF8-44F2-9577-DBE26134B158}">
      <dgm:prSet/>
      <dgm:spPr/>
      <dgm:t>
        <a:bodyPr/>
        <a:lstStyle/>
        <a:p>
          <a:endParaRPr lang="en-US"/>
        </a:p>
      </dgm:t>
    </dgm:pt>
    <dgm:pt modelId="{1A99604B-E8A1-4322-95CE-7B3C99B8B26E}" type="sibTrans" cxnId="{FCF40406-4CF8-44F2-9577-DBE26134B158}">
      <dgm:prSet/>
      <dgm:spPr/>
      <dgm:t>
        <a:bodyPr/>
        <a:lstStyle/>
        <a:p>
          <a:endParaRPr lang="en-US"/>
        </a:p>
      </dgm:t>
    </dgm:pt>
    <dgm:pt modelId="{E3BDFC86-63BC-4F42-90F0-6D572890BE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 data-driven decision-making</a:t>
          </a:r>
        </a:p>
      </dgm:t>
    </dgm:pt>
    <dgm:pt modelId="{B144B174-5606-4F88-9CDC-65A37F26465B}" type="parTrans" cxnId="{99207753-EF7B-4F9F-8E4C-73A40D8BCF92}">
      <dgm:prSet/>
      <dgm:spPr/>
      <dgm:t>
        <a:bodyPr/>
        <a:lstStyle/>
        <a:p>
          <a:endParaRPr lang="en-US"/>
        </a:p>
      </dgm:t>
    </dgm:pt>
    <dgm:pt modelId="{2657709A-93BE-4167-92E2-E83190B434A2}" type="sibTrans" cxnId="{99207753-EF7B-4F9F-8E4C-73A40D8BCF92}">
      <dgm:prSet/>
      <dgm:spPr/>
      <dgm:t>
        <a:bodyPr/>
        <a:lstStyle/>
        <a:p>
          <a:endParaRPr lang="en-US"/>
        </a:p>
      </dgm:t>
    </dgm:pt>
    <dgm:pt modelId="{15CE164F-B96F-44F7-84E1-E095F4638A3B}" type="pres">
      <dgm:prSet presAssocID="{6BD348FB-7B47-47B9-A8D7-291EDD078CEE}" presName="root" presStyleCnt="0">
        <dgm:presLayoutVars>
          <dgm:dir/>
          <dgm:resizeHandles val="exact"/>
        </dgm:presLayoutVars>
      </dgm:prSet>
      <dgm:spPr/>
    </dgm:pt>
    <dgm:pt modelId="{C5F0BA96-F270-49DD-A8FD-07157959DCFD}" type="pres">
      <dgm:prSet presAssocID="{81ADAC71-0512-4622-A0C4-075692163CE6}" presName="compNode" presStyleCnt="0"/>
      <dgm:spPr/>
    </dgm:pt>
    <dgm:pt modelId="{446D938D-AECD-41BC-A953-2ED5E143F109}" type="pres">
      <dgm:prSet presAssocID="{81ADAC71-0512-4622-A0C4-075692163C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CD0C1D5-3413-4D18-B029-D167C56D5546}" type="pres">
      <dgm:prSet presAssocID="{81ADAC71-0512-4622-A0C4-075692163CE6}" presName="spaceRect" presStyleCnt="0"/>
      <dgm:spPr/>
    </dgm:pt>
    <dgm:pt modelId="{C260BD6E-68F5-4AC0-BB99-E2CD65FA33AC}" type="pres">
      <dgm:prSet presAssocID="{81ADAC71-0512-4622-A0C4-075692163CE6}" presName="textRect" presStyleLbl="revTx" presStyleIdx="0" presStyleCnt="3">
        <dgm:presLayoutVars>
          <dgm:chMax val="1"/>
          <dgm:chPref val="1"/>
        </dgm:presLayoutVars>
      </dgm:prSet>
      <dgm:spPr/>
    </dgm:pt>
    <dgm:pt modelId="{BCC74532-7FC9-4AC5-B86F-B512D7EEF98D}" type="pres">
      <dgm:prSet presAssocID="{3A10E50D-55ED-4009-9D26-08CC7EB71524}" presName="sibTrans" presStyleCnt="0"/>
      <dgm:spPr/>
    </dgm:pt>
    <dgm:pt modelId="{310AC1AD-5FD6-46C6-BA8E-A65699FF3B9E}" type="pres">
      <dgm:prSet presAssocID="{E9B1EFC9-F104-447F-B722-11167FA07A50}" presName="compNode" presStyleCnt="0"/>
      <dgm:spPr/>
    </dgm:pt>
    <dgm:pt modelId="{9B08CB30-C3AB-4EC7-8620-ABBA0F4E4ADE}" type="pres">
      <dgm:prSet presAssocID="{E9B1EFC9-F104-447F-B722-11167FA07A5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1626198-737C-48C6-A6E1-691D4D2D1A56}" type="pres">
      <dgm:prSet presAssocID="{E9B1EFC9-F104-447F-B722-11167FA07A50}" presName="spaceRect" presStyleCnt="0"/>
      <dgm:spPr/>
    </dgm:pt>
    <dgm:pt modelId="{E720E5A9-DD3E-46E2-A69A-89EA46872151}" type="pres">
      <dgm:prSet presAssocID="{E9B1EFC9-F104-447F-B722-11167FA07A50}" presName="textRect" presStyleLbl="revTx" presStyleIdx="1" presStyleCnt="3">
        <dgm:presLayoutVars>
          <dgm:chMax val="1"/>
          <dgm:chPref val="1"/>
        </dgm:presLayoutVars>
      </dgm:prSet>
      <dgm:spPr/>
    </dgm:pt>
    <dgm:pt modelId="{3D491ABC-6FDA-414C-9CFB-3EF64AE10FA5}" type="pres">
      <dgm:prSet presAssocID="{1A99604B-E8A1-4322-95CE-7B3C99B8B26E}" presName="sibTrans" presStyleCnt="0"/>
      <dgm:spPr/>
    </dgm:pt>
    <dgm:pt modelId="{675698D1-E4CC-40B2-B258-C22D873AD7CE}" type="pres">
      <dgm:prSet presAssocID="{E3BDFC86-63BC-4F42-90F0-6D572890BEBC}" presName="compNode" presStyleCnt="0"/>
      <dgm:spPr/>
    </dgm:pt>
    <dgm:pt modelId="{A936BA49-6B11-4788-9FA0-FB1AD2B5C596}" type="pres">
      <dgm:prSet presAssocID="{E3BDFC86-63BC-4F42-90F0-6D572890BE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753558-F68A-44DE-A0D8-4E4A3B32E459}" type="pres">
      <dgm:prSet presAssocID="{E3BDFC86-63BC-4F42-90F0-6D572890BEBC}" presName="spaceRect" presStyleCnt="0"/>
      <dgm:spPr/>
    </dgm:pt>
    <dgm:pt modelId="{85775EF2-8BCE-493E-A367-3BB52E8BC02C}" type="pres">
      <dgm:prSet presAssocID="{E3BDFC86-63BC-4F42-90F0-6D572890BEB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CF40406-4CF8-44F2-9577-DBE26134B158}" srcId="{6BD348FB-7B47-47B9-A8D7-291EDD078CEE}" destId="{E9B1EFC9-F104-447F-B722-11167FA07A50}" srcOrd="1" destOrd="0" parTransId="{550CF098-8BA8-4042-B341-2BDE02D90D95}" sibTransId="{1A99604B-E8A1-4322-95CE-7B3C99B8B26E}"/>
    <dgm:cxn modelId="{DB099D1B-9B4B-4954-AFC4-736E87FF89BF}" type="presOf" srcId="{6BD348FB-7B47-47B9-A8D7-291EDD078CEE}" destId="{15CE164F-B96F-44F7-84E1-E095F4638A3B}" srcOrd="0" destOrd="0" presId="urn:microsoft.com/office/officeart/2018/2/layout/IconLabelList"/>
    <dgm:cxn modelId="{968D9262-4AC8-473D-9F90-6B93B3639EB5}" type="presOf" srcId="{81ADAC71-0512-4622-A0C4-075692163CE6}" destId="{C260BD6E-68F5-4AC0-BB99-E2CD65FA33AC}" srcOrd="0" destOrd="0" presId="urn:microsoft.com/office/officeart/2018/2/layout/IconLabelList"/>
    <dgm:cxn modelId="{56714766-44F0-4912-8BD9-39D4AEFC1106}" type="presOf" srcId="{E3BDFC86-63BC-4F42-90F0-6D572890BEBC}" destId="{85775EF2-8BCE-493E-A367-3BB52E8BC02C}" srcOrd="0" destOrd="0" presId="urn:microsoft.com/office/officeart/2018/2/layout/IconLabelList"/>
    <dgm:cxn modelId="{5B1DC249-2C9A-48A2-80FD-9F26893AEE1E}" srcId="{6BD348FB-7B47-47B9-A8D7-291EDD078CEE}" destId="{81ADAC71-0512-4622-A0C4-075692163CE6}" srcOrd="0" destOrd="0" parTransId="{76EB7B5A-CD23-4BAD-ABEC-C13BBC1F2EF7}" sibTransId="{3A10E50D-55ED-4009-9D26-08CC7EB71524}"/>
    <dgm:cxn modelId="{99207753-EF7B-4F9F-8E4C-73A40D8BCF92}" srcId="{6BD348FB-7B47-47B9-A8D7-291EDD078CEE}" destId="{E3BDFC86-63BC-4F42-90F0-6D572890BEBC}" srcOrd="2" destOrd="0" parTransId="{B144B174-5606-4F88-9CDC-65A37F26465B}" sibTransId="{2657709A-93BE-4167-92E2-E83190B434A2}"/>
    <dgm:cxn modelId="{A16101F0-A280-4FA7-841B-2D29C963DCD4}" type="presOf" srcId="{E9B1EFC9-F104-447F-B722-11167FA07A50}" destId="{E720E5A9-DD3E-46E2-A69A-89EA46872151}" srcOrd="0" destOrd="0" presId="urn:microsoft.com/office/officeart/2018/2/layout/IconLabelList"/>
    <dgm:cxn modelId="{7A73029B-64AA-4A2C-8628-9105CBB1149A}" type="presParOf" srcId="{15CE164F-B96F-44F7-84E1-E095F4638A3B}" destId="{C5F0BA96-F270-49DD-A8FD-07157959DCFD}" srcOrd="0" destOrd="0" presId="urn:microsoft.com/office/officeart/2018/2/layout/IconLabelList"/>
    <dgm:cxn modelId="{8482AFC6-C586-4775-8FC2-EBBA7585BE48}" type="presParOf" srcId="{C5F0BA96-F270-49DD-A8FD-07157959DCFD}" destId="{446D938D-AECD-41BC-A953-2ED5E143F109}" srcOrd="0" destOrd="0" presId="urn:microsoft.com/office/officeart/2018/2/layout/IconLabelList"/>
    <dgm:cxn modelId="{C5E87313-E0FA-46FD-AC42-02EE05326FF0}" type="presParOf" srcId="{C5F0BA96-F270-49DD-A8FD-07157959DCFD}" destId="{BCD0C1D5-3413-4D18-B029-D167C56D5546}" srcOrd="1" destOrd="0" presId="urn:microsoft.com/office/officeart/2018/2/layout/IconLabelList"/>
    <dgm:cxn modelId="{88EFEBC0-53C0-4E7D-9163-E0DB5AC467FC}" type="presParOf" srcId="{C5F0BA96-F270-49DD-A8FD-07157959DCFD}" destId="{C260BD6E-68F5-4AC0-BB99-E2CD65FA33AC}" srcOrd="2" destOrd="0" presId="urn:microsoft.com/office/officeart/2018/2/layout/IconLabelList"/>
    <dgm:cxn modelId="{5C29F509-517A-4261-9E95-C95AED4AF2C5}" type="presParOf" srcId="{15CE164F-B96F-44F7-84E1-E095F4638A3B}" destId="{BCC74532-7FC9-4AC5-B86F-B512D7EEF98D}" srcOrd="1" destOrd="0" presId="urn:microsoft.com/office/officeart/2018/2/layout/IconLabelList"/>
    <dgm:cxn modelId="{0D2A94BF-6B6A-4E7B-A801-3B20625386C6}" type="presParOf" srcId="{15CE164F-B96F-44F7-84E1-E095F4638A3B}" destId="{310AC1AD-5FD6-46C6-BA8E-A65699FF3B9E}" srcOrd="2" destOrd="0" presId="urn:microsoft.com/office/officeart/2018/2/layout/IconLabelList"/>
    <dgm:cxn modelId="{9FA9007A-64A8-4AFD-9672-085B37AEAE8B}" type="presParOf" srcId="{310AC1AD-5FD6-46C6-BA8E-A65699FF3B9E}" destId="{9B08CB30-C3AB-4EC7-8620-ABBA0F4E4ADE}" srcOrd="0" destOrd="0" presId="urn:microsoft.com/office/officeart/2018/2/layout/IconLabelList"/>
    <dgm:cxn modelId="{E2719215-6245-4980-A2E4-4527A8332D0D}" type="presParOf" srcId="{310AC1AD-5FD6-46C6-BA8E-A65699FF3B9E}" destId="{61626198-737C-48C6-A6E1-691D4D2D1A56}" srcOrd="1" destOrd="0" presId="urn:microsoft.com/office/officeart/2018/2/layout/IconLabelList"/>
    <dgm:cxn modelId="{D86F937B-93BB-4D84-B690-D4375BB93A1D}" type="presParOf" srcId="{310AC1AD-5FD6-46C6-BA8E-A65699FF3B9E}" destId="{E720E5A9-DD3E-46E2-A69A-89EA46872151}" srcOrd="2" destOrd="0" presId="urn:microsoft.com/office/officeart/2018/2/layout/IconLabelList"/>
    <dgm:cxn modelId="{7C6B26D3-BFFE-421A-94FA-B99D55013462}" type="presParOf" srcId="{15CE164F-B96F-44F7-84E1-E095F4638A3B}" destId="{3D491ABC-6FDA-414C-9CFB-3EF64AE10FA5}" srcOrd="3" destOrd="0" presId="urn:microsoft.com/office/officeart/2018/2/layout/IconLabelList"/>
    <dgm:cxn modelId="{8AF0BA2C-ACFE-4616-AFF8-C7D8B5F959D8}" type="presParOf" srcId="{15CE164F-B96F-44F7-84E1-E095F4638A3B}" destId="{675698D1-E4CC-40B2-B258-C22D873AD7CE}" srcOrd="4" destOrd="0" presId="urn:microsoft.com/office/officeart/2018/2/layout/IconLabelList"/>
    <dgm:cxn modelId="{17EBB3A9-A8CD-43BA-83A2-796D33B5AAD2}" type="presParOf" srcId="{675698D1-E4CC-40B2-B258-C22D873AD7CE}" destId="{A936BA49-6B11-4788-9FA0-FB1AD2B5C596}" srcOrd="0" destOrd="0" presId="urn:microsoft.com/office/officeart/2018/2/layout/IconLabelList"/>
    <dgm:cxn modelId="{BFDE1F2F-14FC-4B70-88DA-960E183E2817}" type="presParOf" srcId="{675698D1-E4CC-40B2-B258-C22D873AD7CE}" destId="{A4753558-F68A-44DE-A0D8-4E4A3B32E459}" srcOrd="1" destOrd="0" presId="urn:microsoft.com/office/officeart/2018/2/layout/IconLabelList"/>
    <dgm:cxn modelId="{A666889F-F208-4A40-9F46-7FA66964C7CA}" type="presParOf" srcId="{675698D1-E4CC-40B2-B258-C22D873AD7CE}" destId="{85775EF2-8BCE-493E-A367-3BB52E8BC0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DF3B-DA43-4BEC-AD1E-0D55EFF81ED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4F39D1-79A0-414B-B05B-323D567B4F7E}">
      <dgm:prSet/>
      <dgm:spPr/>
      <dgm:t>
        <a:bodyPr/>
        <a:lstStyle/>
        <a:p>
          <a:r>
            <a:rPr lang="en-US"/>
            <a:t>Fragmented data sources</a:t>
          </a:r>
        </a:p>
      </dgm:t>
    </dgm:pt>
    <dgm:pt modelId="{FEC28240-4082-41AA-AFAC-98F530E0A05E}" type="parTrans" cxnId="{2661692C-8F60-496C-8130-FBC9DF5A9F26}">
      <dgm:prSet/>
      <dgm:spPr/>
      <dgm:t>
        <a:bodyPr/>
        <a:lstStyle/>
        <a:p>
          <a:endParaRPr lang="en-US"/>
        </a:p>
      </dgm:t>
    </dgm:pt>
    <dgm:pt modelId="{8B7C001E-FA33-4EFF-841E-03D2E1F551CA}" type="sibTrans" cxnId="{2661692C-8F60-496C-8130-FBC9DF5A9F26}">
      <dgm:prSet/>
      <dgm:spPr/>
      <dgm:t>
        <a:bodyPr/>
        <a:lstStyle/>
        <a:p>
          <a:endParaRPr lang="en-US"/>
        </a:p>
      </dgm:t>
    </dgm:pt>
    <dgm:pt modelId="{52CDB8CD-B0AD-446F-BA0E-BF3383E95D7E}">
      <dgm:prSet/>
      <dgm:spPr/>
      <dgm:t>
        <a:bodyPr/>
        <a:lstStyle/>
        <a:p>
          <a:r>
            <a:rPr lang="en-US"/>
            <a:t>Manual reporting processes</a:t>
          </a:r>
        </a:p>
      </dgm:t>
    </dgm:pt>
    <dgm:pt modelId="{F271ABFC-2A46-4773-89CB-153EDF6D9A94}" type="parTrans" cxnId="{E33CBC60-64AB-4DD9-B026-B016D8963C84}">
      <dgm:prSet/>
      <dgm:spPr/>
      <dgm:t>
        <a:bodyPr/>
        <a:lstStyle/>
        <a:p>
          <a:endParaRPr lang="en-US"/>
        </a:p>
      </dgm:t>
    </dgm:pt>
    <dgm:pt modelId="{9D03CEB4-B39D-443E-AEFA-E921279A7E23}" type="sibTrans" cxnId="{E33CBC60-64AB-4DD9-B026-B016D8963C84}">
      <dgm:prSet/>
      <dgm:spPr/>
      <dgm:t>
        <a:bodyPr/>
        <a:lstStyle/>
        <a:p>
          <a:endParaRPr lang="en-US"/>
        </a:p>
      </dgm:t>
    </dgm:pt>
    <dgm:pt modelId="{D12E48E3-FCCA-46A3-94AD-DB0D7137ADAA}">
      <dgm:prSet/>
      <dgm:spPr/>
      <dgm:t>
        <a:bodyPr/>
        <a:lstStyle/>
        <a:p>
          <a:r>
            <a:rPr lang="en-US"/>
            <a:t>No single source of truth</a:t>
          </a:r>
        </a:p>
      </dgm:t>
    </dgm:pt>
    <dgm:pt modelId="{CA1F7493-3701-4C92-A793-59A91BAC0279}" type="parTrans" cxnId="{473C444B-F91B-44E4-9D52-30664471FD1B}">
      <dgm:prSet/>
      <dgm:spPr/>
      <dgm:t>
        <a:bodyPr/>
        <a:lstStyle/>
        <a:p>
          <a:endParaRPr lang="en-US"/>
        </a:p>
      </dgm:t>
    </dgm:pt>
    <dgm:pt modelId="{356F7713-0CA6-4AE6-B480-E9CFE2D6A978}" type="sibTrans" cxnId="{473C444B-F91B-44E4-9D52-30664471FD1B}">
      <dgm:prSet/>
      <dgm:spPr/>
      <dgm:t>
        <a:bodyPr/>
        <a:lstStyle/>
        <a:p>
          <a:endParaRPr lang="en-US"/>
        </a:p>
      </dgm:t>
    </dgm:pt>
    <dgm:pt modelId="{8ACEC863-D31D-49DD-8B31-24DD2FE4EBB5}">
      <dgm:prSet/>
      <dgm:spPr/>
      <dgm:t>
        <a:bodyPr/>
        <a:lstStyle/>
        <a:p>
          <a:r>
            <a:rPr lang="en-US"/>
            <a:t>Limited scalability</a:t>
          </a:r>
        </a:p>
      </dgm:t>
    </dgm:pt>
    <dgm:pt modelId="{75717DF3-835E-4B04-90F3-E9DA0F4843CE}" type="parTrans" cxnId="{0DAD8221-8744-48E2-900E-E09EC73BE1D2}">
      <dgm:prSet/>
      <dgm:spPr/>
      <dgm:t>
        <a:bodyPr/>
        <a:lstStyle/>
        <a:p>
          <a:endParaRPr lang="en-US"/>
        </a:p>
      </dgm:t>
    </dgm:pt>
    <dgm:pt modelId="{88F462E8-8191-42C3-9AA0-8ACAC948FF36}" type="sibTrans" cxnId="{0DAD8221-8744-48E2-900E-E09EC73BE1D2}">
      <dgm:prSet/>
      <dgm:spPr/>
      <dgm:t>
        <a:bodyPr/>
        <a:lstStyle/>
        <a:p>
          <a:endParaRPr lang="en-US"/>
        </a:p>
      </dgm:t>
    </dgm:pt>
    <dgm:pt modelId="{8051A67F-2A64-42BF-B55E-5219170A2C08}" type="pres">
      <dgm:prSet presAssocID="{16E7DF3B-DA43-4BEC-AD1E-0D55EFF81EDC}" presName="matrix" presStyleCnt="0">
        <dgm:presLayoutVars>
          <dgm:chMax val="1"/>
          <dgm:dir/>
          <dgm:resizeHandles val="exact"/>
        </dgm:presLayoutVars>
      </dgm:prSet>
      <dgm:spPr/>
    </dgm:pt>
    <dgm:pt modelId="{E4FE01DF-961C-4B0A-A92F-BE97E63C8436}" type="pres">
      <dgm:prSet presAssocID="{16E7DF3B-DA43-4BEC-AD1E-0D55EFF81EDC}" presName="diamond" presStyleLbl="bgShp" presStyleIdx="0" presStyleCnt="1"/>
      <dgm:spPr/>
    </dgm:pt>
    <dgm:pt modelId="{7D6F1910-8B3C-48C3-B521-73F6A872E706}" type="pres">
      <dgm:prSet presAssocID="{16E7DF3B-DA43-4BEC-AD1E-0D55EFF81ED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F5ABCE3-EFC5-4071-A3F1-4088EBA2A36F}" type="pres">
      <dgm:prSet presAssocID="{16E7DF3B-DA43-4BEC-AD1E-0D55EFF81ED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EE9919A-6A98-44B2-AB3D-45505F009AC5}" type="pres">
      <dgm:prSet presAssocID="{16E7DF3B-DA43-4BEC-AD1E-0D55EFF81ED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CF64CB2-5A32-4BFE-880E-A3D7416F00AC}" type="pres">
      <dgm:prSet presAssocID="{16E7DF3B-DA43-4BEC-AD1E-0D55EFF81ED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7A2A03-80C6-4B28-9231-380B6D916849}" type="presOf" srcId="{D12E48E3-FCCA-46A3-94AD-DB0D7137ADAA}" destId="{8EE9919A-6A98-44B2-AB3D-45505F009AC5}" srcOrd="0" destOrd="0" presId="urn:microsoft.com/office/officeart/2005/8/layout/matrix3"/>
    <dgm:cxn modelId="{0DAD8221-8744-48E2-900E-E09EC73BE1D2}" srcId="{16E7DF3B-DA43-4BEC-AD1E-0D55EFF81EDC}" destId="{8ACEC863-D31D-49DD-8B31-24DD2FE4EBB5}" srcOrd="3" destOrd="0" parTransId="{75717DF3-835E-4B04-90F3-E9DA0F4843CE}" sibTransId="{88F462E8-8191-42C3-9AA0-8ACAC948FF36}"/>
    <dgm:cxn modelId="{2661692C-8F60-496C-8130-FBC9DF5A9F26}" srcId="{16E7DF3B-DA43-4BEC-AD1E-0D55EFF81EDC}" destId="{FC4F39D1-79A0-414B-B05B-323D567B4F7E}" srcOrd="0" destOrd="0" parTransId="{FEC28240-4082-41AA-AFAC-98F530E0A05E}" sibTransId="{8B7C001E-FA33-4EFF-841E-03D2E1F551CA}"/>
    <dgm:cxn modelId="{DD5E7D3E-03E9-45AA-A2E6-15BA9A66EBC6}" type="presOf" srcId="{8ACEC863-D31D-49DD-8B31-24DD2FE4EBB5}" destId="{3CF64CB2-5A32-4BFE-880E-A3D7416F00AC}" srcOrd="0" destOrd="0" presId="urn:microsoft.com/office/officeart/2005/8/layout/matrix3"/>
    <dgm:cxn modelId="{E33CBC60-64AB-4DD9-B026-B016D8963C84}" srcId="{16E7DF3B-DA43-4BEC-AD1E-0D55EFF81EDC}" destId="{52CDB8CD-B0AD-446F-BA0E-BF3383E95D7E}" srcOrd="1" destOrd="0" parTransId="{F271ABFC-2A46-4773-89CB-153EDF6D9A94}" sibTransId="{9D03CEB4-B39D-443E-AEFA-E921279A7E23}"/>
    <dgm:cxn modelId="{586F2E44-356C-4968-A98F-BB8A3574320B}" type="presOf" srcId="{16E7DF3B-DA43-4BEC-AD1E-0D55EFF81EDC}" destId="{8051A67F-2A64-42BF-B55E-5219170A2C08}" srcOrd="0" destOrd="0" presId="urn:microsoft.com/office/officeart/2005/8/layout/matrix3"/>
    <dgm:cxn modelId="{473C444B-F91B-44E4-9D52-30664471FD1B}" srcId="{16E7DF3B-DA43-4BEC-AD1E-0D55EFF81EDC}" destId="{D12E48E3-FCCA-46A3-94AD-DB0D7137ADAA}" srcOrd="2" destOrd="0" parTransId="{CA1F7493-3701-4C92-A793-59A91BAC0279}" sibTransId="{356F7713-0CA6-4AE6-B480-E9CFE2D6A978}"/>
    <dgm:cxn modelId="{6ACFC4A6-4880-4238-8662-352F6EA3C5C3}" type="presOf" srcId="{FC4F39D1-79A0-414B-B05B-323D567B4F7E}" destId="{7D6F1910-8B3C-48C3-B521-73F6A872E706}" srcOrd="0" destOrd="0" presId="urn:microsoft.com/office/officeart/2005/8/layout/matrix3"/>
    <dgm:cxn modelId="{42A024D0-8456-445B-8984-12DE5A9FE9F6}" type="presOf" srcId="{52CDB8CD-B0AD-446F-BA0E-BF3383E95D7E}" destId="{FF5ABCE3-EFC5-4071-A3F1-4088EBA2A36F}" srcOrd="0" destOrd="0" presId="urn:microsoft.com/office/officeart/2005/8/layout/matrix3"/>
    <dgm:cxn modelId="{BF31FF62-ECE4-4D16-A3BC-B6947D8FF7F0}" type="presParOf" srcId="{8051A67F-2A64-42BF-B55E-5219170A2C08}" destId="{E4FE01DF-961C-4B0A-A92F-BE97E63C8436}" srcOrd="0" destOrd="0" presId="urn:microsoft.com/office/officeart/2005/8/layout/matrix3"/>
    <dgm:cxn modelId="{1549D3B7-2D6D-426A-AE12-C39719144FF6}" type="presParOf" srcId="{8051A67F-2A64-42BF-B55E-5219170A2C08}" destId="{7D6F1910-8B3C-48C3-B521-73F6A872E706}" srcOrd="1" destOrd="0" presId="urn:microsoft.com/office/officeart/2005/8/layout/matrix3"/>
    <dgm:cxn modelId="{B717DE6A-45B2-4F8D-9BEB-FE0932C3229D}" type="presParOf" srcId="{8051A67F-2A64-42BF-B55E-5219170A2C08}" destId="{FF5ABCE3-EFC5-4071-A3F1-4088EBA2A36F}" srcOrd="2" destOrd="0" presId="urn:microsoft.com/office/officeart/2005/8/layout/matrix3"/>
    <dgm:cxn modelId="{322EB3A6-4E84-487E-9EF0-C921DF2E3008}" type="presParOf" srcId="{8051A67F-2A64-42BF-B55E-5219170A2C08}" destId="{8EE9919A-6A98-44B2-AB3D-45505F009AC5}" srcOrd="3" destOrd="0" presId="urn:microsoft.com/office/officeart/2005/8/layout/matrix3"/>
    <dgm:cxn modelId="{DB8FA4DD-E013-482E-8A1A-EB301D755F85}" type="presParOf" srcId="{8051A67F-2A64-42BF-B55E-5219170A2C08}" destId="{3CF64CB2-5A32-4BFE-880E-A3D7416F00A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F2663C-B672-4834-A631-EA405CC02CF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BEC5FE-6E59-48BA-8CB9-1E880E0D1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Centralised ELT data architecture</a:t>
          </a:r>
        </a:p>
      </dgm:t>
    </dgm:pt>
    <dgm:pt modelId="{1E12CE1F-F43C-4B36-A984-ECDD9B5EEED7}" type="parTrans" cxnId="{9EB2285E-17D9-4606-9C9F-0D57BF905FF3}">
      <dgm:prSet/>
      <dgm:spPr/>
      <dgm:t>
        <a:bodyPr/>
        <a:lstStyle/>
        <a:p>
          <a:endParaRPr lang="en-US"/>
        </a:p>
      </dgm:t>
    </dgm:pt>
    <dgm:pt modelId="{60C0A70F-4601-430F-8361-DF7D69E4B61C}" type="sibTrans" cxnId="{9EB2285E-17D9-4606-9C9F-0D57BF905FF3}">
      <dgm:prSet/>
      <dgm:spPr/>
      <dgm:t>
        <a:bodyPr/>
        <a:lstStyle/>
        <a:p>
          <a:endParaRPr lang="en-US"/>
        </a:p>
      </dgm:t>
    </dgm:pt>
    <dgm:pt modelId="{20D60834-F762-456B-9D2A-7205AE4BDF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Apache Airflow orchestration</a:t>
          </a:r>
        </a:p>
      </dgm:t>
    </dgm:pt>
    <dgm:pt modelId="{35AB4389-8BA1-440A-8D13-E1A9C198404C}" type="parTrans" cxnId="{904C1A8D-3E9F-4A45-AB6D-50184ADB71F4}">
      <dgm:prSet/>
      <dgm:spPr/>
      <dgm:t>
        <a:bodyPr/>
        <a:lstStyle/>
        <a:p>
          <a:endParaRPr lang="en-US"/>
        </a:p>
      </dgm:t>
    </dgm:pt>
    <dgm:pt modelId="{6A67995A-58A1-4D55-9529-41B974BEC0D0}" type="sibTrans" cxnId="{904C1A8D-3E9F-4A45-AB6D-50184ADB71F4}">
      <dgm:prSet/>
      <dgm:spPr/>
      <dgm:t>
        <a:bodyPr/>
        <a:lstStyle/>
        <a:p>
          <a:endParaRPr lang="en-US"/>
        </a:p>
      </dgm:t>
    </dgm:pt>
    <dgm:pt modelId="{3E0052C2-309F-486E-8680-29EBF4B13C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Cloud-native and scalable platform</a:t>
          </a:r>
        </a:p>
      </dgm:t>
    </dgm:pt>
    <dgm:pt modelId="{DD76B47C-070A-4BBD-8C07-B6891513071C}" type="parTrans" cxnId="{829C8C6C-3CEF-441C-9E1D-6084A0BC1002}">
      <dgm:prSet/>
      <dgm:spPr/>
      <dgm:t>
        <a:bodyPr/>
        <a:lstStyle/>
        <a:p>
          <a:endParaRPr lang="en-US"/>
        </a:p>
      </dgm:t>
    </dgm:pt>
    <dgm:pt modelId="{ADA31165-E0D4-4BF7-9E84-ACC2F73A6E55}" type="sibTrans" cxnId="{829C8C6C-3CEF-441C-9E1D-6084A0BC1002}">
      <dgm:prSet/>
      <dgm:spPr/>
      <dgm:t>
        <a:bodyPr/>
        <a:lstStyle/>
        <a:p>
          <a:endParaRPr lang="en-US"/>
        </a:p>
      </dgm:t>
    </dgm:pt>
    <dgm:pt modelId="{5D2D4F78-100C-4930-84F7-A1320A6DDEC4}" type="pres">
      <dgm:prSet presAssocID="{82F2663C-B672-4834-A631-EA405CC02CFB}" presName="root" presStyleCnt="0">
        <dgm:presLayoutVars>
          <dgm:dir/>
          <dgm:resizeHandles val="exact"/>
        </dgm:presLayoutVars>
      </dgm:prSet>
      <dgm:spPr/>
    </dgm:pt>
    <dgm:pt modelId="{C655C4C6-FCBB-4247-8A6A-D13A04A6A4C5}" type="pres">
      <dgm:prSet presAssocID="{DDBEC5FE-6E59-48BA-8CB9-1E880E0D1CF5}" presName="compNode" presStyleCnt="0"/>
      <dgm:spPr/>
    </dgm:pt>
    <dgm:pt modelId="{79040D2C-CD61-4384-9F7D-83BC293616A1}" type="pres">
      <dgm:prSet presAssocID="{DDBEC5FE-6E59-48BA-8CB9-1E880E0D1CF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BE3D96-A2E1-4B73-8E4D-99E961520E22}" type="pres">
      <dgm:prSet presAssocID="{DDBEC5FE-6E59-48BA-8CB9-1E880E0D1CF5}" presName="spaceRect" presStyleCnt="0"/>
      <dgm:spPr/>
    </dgm:pt>
    <dgm:pt modelId="{150BD822-9933-4ADC-A01B-72FEEA011424}" type="pres">
      <dgm:prSet presAssocID="{DDBEC5FE-6E59-48BA-8CB9-1E880E0D1CF5}" presName="textRect" presStyleLbl="revTx" presStyleIdx="0" presStyleCnt="3">
        <dgm:presLayoutVars>
          <dgm:chMax val="1"/>
          <dgm:chPref val="1"/>
        </dgm:presLayoutVars>
      </dgm:prSet>
      <dgm:spPr/>
    </dgm:pt>
    <dgm:pt modelId="{B7F5822F-6DF7-45C3-B452-895D4D63B69A}" type="pres">
      <dgm:prSet presAssocID="{60C0A70F-4601-430F-8361-DF7D69E4B61C}" presName="sibTrans" presStyleCnt="0"/>
      <dgm:spPr/>
    </dgm:pt>
    <dgm:pt modelId="{6C40B7C0-5534-4454-A29E-8AF540306EB3}" type="pres">
      <dgm:prSet presAssocID="{20D60834-F762-456B-9D2A-7205AE4BDF5A}" presName="compNode" presStyleCnt="0"/>
      <dgm:spPr/>
    </dgm:pt>
    <dgm:pt modelId="{4164D7E3-F56D-444D-8914-AC91C6EFA988}" type="pres">
      <dgm:prSet presAssocID="{20D60834-F762-456B-9D2A-7205AE4BDF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8F94EF2-CB4C-498B-B384-D5EB2FD00EE8}" type="pres">
      <dgm:prSet presAssocID="{20D60834-F762-456B-9D2A-7205AE4BDF5A}" presName="spaceRect" presStyleCnt="0"/>
      <dgm:spPr/>
    </dgm:pt>
    <dgm:pt modelId="{030E61CE-8397-497E-BB61-45E3B00BCF8E}" type="pres">
      <dgm:prSet presAssocID="{20D60834-F762-456B-9D2A-7205AE4BDF5A}" presName="textRect" presStyleLbl="revTx" presStyleIdx="1" presStyleCnt="3">
        <dgm:presLayoutVars>
          <dgm:chMax val="1"/>
          <dgm:chPref val="1"/>
        </dgm:presLayoutVars>
      </dgm:prSet>
      <dgm:spPr/>
    </dgm:pt>
    <dgm:pt modelId="{57F9B0D7-85C9-4149-BEE5-2CA5BA603907}" type="pres">
      <dgm:prSet presAssocID="{6A67995A-58A1-4D55-9529-41B974BEC0D0}" presName="sibTrans" presStyleCnt="0"/>
      <dgm:spPr/>
    </dgm:pt>
    <dgm:pt modelId="{C8BD0D06-26D4-42F0-8C70-37A24A7C5BB4}" type="pres">
      <dgm:prSet presAssocID="{3E0052C2-309F-486E-8680-29EBF4B13C2D}" presName="compNode" presStyleCnt="0"/>
      <dgm:spPr/>
    </dgm:pt>
    <dgm:pt modelId="{298760E1-A7E4-44B8-AD49-1AFF1B486E0B}" type="pres">
      <dgm:prSet presAssocID="{3E0052C2-309F-486E-8680-29EBF4B13C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38E033C-6CFB-49BD-A58D-41F7D85D6954}" type="pres">
      <dgm:prSet presAssocID="{3E0052C2-309F-486E-8680-29EBF4B13C2D}" presName="spaceRect" presStyleCnt="0"/>
      <dgm:spPr/>
    </dgm:pt>
    <dgm:pt modelId="{6A0F467A-F462-4867-A606-CBEFEF1D9F7E}" type="pres">
      <dgm:prSet presAssocID="{3E0052C2-309F-486E-8680-29EBF4B13C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EB2285E-17D9-4606-9C9F-0D57BF905FF3}" srcId="{82F2663C-B672-4834-A631-EA405CC02CFB}" destId="{DDBEC5FE-6E59-48BA-8CB9-1E880E0D1CF5}" srcOrd="0" destOrd="0" parTransId="{1E12CE1F-F43C-4B36-A984-ECDD9B5EEED7}" sibTransId="{60C0A70F-4601-430F-8361-DF7D69E4B61C}"/>
    <dgm:cxn modelId="{ECF0EF4B-AD04-4FAF-8789-5C2020A46863}" type="presOf" srcId="{DDBEC5FE-6E59-48BA-8CB9-1E880E0D1CF5}" destId="{150BD822-9933-4ADC-A01B-72FEEA011424}" srcOrd="0" destOrd="0" presId="urn:microsoft.com/office/officeart/2018/2/layout/IconLabelList"/>
    <dgm:cxn modelId="{829C8C6C-3CEF-441C-9E1D-6084A0BC1002}" srcId="{82F2663C-B672-4834-A631-EA405CC02CFB}" destId="{3E0052C2-309F-486E-8680-29EBF4B13C2D}" srcOrd="2" destOrd="0" parTransId="{DD76B47C-070A-4BBD-8C07-B6891513071C}" sibTransId="{ADA31165-E0D4-4BF7-9E84-ACC2F73A6E55}"/>
    <dgm:cxn modelId="{904C1A8D-3E9F-4A45-AB6D-50184ADB71F4}" srcId="{82F2663C-B672-4834-A631-EA405CC02CFB}" destId="{20D60834-F762-456B-9D2A-7205AE4BDF5A}" srcOrd="1" destOrd="0" parTransId="{35AB4389-8BA1-440A-8D13-E1A9C198404C}" sibTransId="{6A67995A-58A1-4D55-9529-41B974BEC0D0}"/>
    <dgm:cxn modelId="{20C88595-04D6-40F4-A4C4-CA85C9CE96D2}" type="presOf" srcId="{82F2663C-B672-4834-A631-EA405CC02CFB}" destId="{5D2D4F78-100C-4930-84F7-A1320A6DDEC4}" srcOrd="0" destOrd="0" presId="urn:microsoft.com/office/officeart/2018/2/layout/IconLabelList"/>
    <dgm:cxn modelId="{2CB9469C-09DA-4239-AFD7-EA51D41A39AA}" type="presOf" srcId="{3E0052C2-309F-486E-8680-29EBF4B13C2D}" destId="{6A0F467A-F462-4867-A606-CBEFEF1D9F7E}" srcOrd="0" destOrd="0" presId="urn:microsoft.com/office/officeart/2018/2/layout/IconLabelList"/>
    <dgm:cxn modelId="{848926E1-3838-483D-9353-88C404C8F6AA}" type="presOf" srcId="{20D60834-F762-456B-9D2A-7205AE4BDF5A}" destId="{030E61CE-8397-497E-BB61-45E3B00BCF8E}" srcOrd="0" destOrd="0" presId="urn:microsoft.com/office/officeart/2018/2/layout/IconLabelList"/>
    <dgm:cxn modelId="{C7F19B72-3A32-4911-BEF1-E82E0DB08993}" type="presParOf" srcId="{5D2D4F78-100C-4930-84F7-A1320A6DDEC4}" destId="{C655C4C6-FCBB-4247-8A6A-D13A04A6A4C5}" srcOrd="0" destOrd="0" presId="urn:microsoft.com/office/officeart/2018/2/layout/IconLabelList"/>
    <dgm:cxn modelId="{EBCE9165-0D96-49FE-8190-F75C4F975A73}" type="presParOf" srcId="{C655C4C6-FCBB-4247-8A6A-D13A04A6A4C5}" destId="{79040D2C-CD61-4384-9F7D-83BC293616A1}" srcOrd="0" destOrd="0" presId="urn:microsoft.com/office/officeart/2018/2/layout/IconLabelList"/>
    <dgm:cxn modelId="{83118CF7-F350-4BAD-86B7-65AEA7D12E96}" type="presParOf" srcId="{C655C4C6-FCBB-4247-8A6A-D13A04A6A4C5}" destId="{64BE3D96-A2E1-4B73-8E4D-99E961520E22}" srcOrd="1" destOrd="0" presId="urn:microsoft.com/office/officeart/2018/2/layout/IconLabelList"/>
    <dgm:cxn modelId="{1CF298FA-EE71-4B03-8164-B7A8E7AFEA29}" type="presParOf" srcId="{C655C4C6-FCBB-4247-8A6A-D13A04A6A4C5}" destId="{150BD822-9933-4ADC-A01B-72FEEA011424}" srcOrd="2" destOrd="0" presId="urn:microsoft.com/office/officeart/2018/2/layout/IconLabelList"/>
    <dgm:cxn modelId="{18203C21-D1E9-4876-B32D-92B9AC4CB10B}" type="presParOf" srcId="{5D2D4F78-100C-4930-84F7-A1320A6DDEC4}" destId="{B7F5822F-6DF7-45C3-B452-895D4D63B69A}" srcOrd="1" destOrd="0" presId="urn:microsoft.com/office/officeart/2018/2/layout/IconLabelList"/>
    <dgm:cxn modelId="{0FAC3091-FAC5-4C79-9BE8-71A06A1B00EF}" type="presParOf" srcId="{5D2D4F78-100C-4930-84F7-A1320A6DDEC4}" destId="{6C40B7C0-5534-4454-A29E-8AF540306EB3}" srcOrd="2" destOrd="0" presId="urn:microsoft.com/office/officeart/2018/2/layout/IconLabelList"/>
    <dgm:cxn modelId="{2E250EFD-B5EA-4C89-A56C-FA06A1023D27}" type="presParOf" srcId="{6C40B7C0-5534-4454-A29E-8AF540306EB3}" destId="{4164D7E3-F56D-444D-8914-AC91C6EFA988}" srcOrd="0" destOrd="0" presId="urn:microsoft.com/office/officeart/2018/2/layout/IconLabelList"/>
    <dgm:cxn modelId="{CAF5BF15-BD70-4FE4-A5AE-582A01642C2C}" type="presParOf" srcId="{6C40B7C0-5534-4454-A29E-8AF540306EB3}" destId="{38F94EF2-CB4C-498B-B384-D5EB2FD00EE8}" srcOrd="1" destOrd="0" presId="urn:microsoft.com/office/officeart/2018/2/layout/IconLabelList"/>
    <dgm:cxn modelId="{E7B70BD0-CCA4-4A47-87D7-29B882EC8FA4}" type="presParOf" srcId="{6C40B7C0-5534-4454-A29E-8AF540306EB3}" destId="{030E61CE-8397-497E-BB61-45E3B00BCF8E}" srcOrd="2" destOrd="0" presId="urn:microsoft.com/office/officeart/2018/2/layout/IconLabelList"/>
    <dgm:cxn modelId="{0C5E8796-A37A-4AFE-926B-AFCFE2D3EC1B}" type="presParOf" srcId="{5D2D4F78-100C-4930-84F7-A1320A6DDEC4}" destId="{57F9B0D7-85C9-4149-BEE5-2CA5BA603907}" srcOrd="3" destOrd="0" presId="urn:microsoft.com/office/officeart/2018/2/layout/IconLabelList"/>
    <dgm:cxn modelId="{2340C554-A69A-44C3-8FB6-4D1446BC8F43}" type="presParOf" srcId="{5D2D4F78-100C-4930-84F7-A1320A6DDEC4}" destId="{C8BD0D06-26D4-42F0-8C70-37A24A7C5BB4}" srcOrd="4" destOrd="0" presId="urn:microsoft.com/office/officeart/2018/2/layout/IconLabelList"/>
    <dgm:cxn modelId="{72EB56D5-AD9C-49E4-A29F-027F3C075A46}" type="presParOf" srcId="{C8BD0D06-26D4-42F0-8C70-37A24A7C5BB4}" destId="{298760E1-A7E4-44B8-AD49-1AFF1B486E0B}" srcOrd="0" destOrd="0" presId="urn:microsoft.com/office/officeart/2018/2/layout/IconLabelList"/>
    <dgm:cxn modelId="{2BDF90F4-17A6-4919-9FA0-01F7998CF46E}" type="presParOf" srcId="{C8BD0D06-26D4-42F0-8C70-37A24A7C5BB4}" destId="{038E033C-6CFB-49BD-A58D-41F7D85D6954}" srcOrd="1" destOrd="0" presId="urn:microsoft.com/office/officeart/2018/2/layout/IconLabelList"/>
    <dgm:cxn modelId="{86AD8B38-7073-4049-BF7E-31A2C8040472}" type="presParOf" srcId="{C8BD0D06-26D4-42F0-8C70-37A24A7C5BB4}" destId="{6A0F467A-F462-4867-A606-CBEFEF1D9F7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AEFF5C-1DA3-4FEC-80E4-D8F9939EC60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A8CEAD-FF2F-45D4-9007-92F1C8A47D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Airflow for orchestration</a:t>
          </a:r>
        </a:p>
      </dgm:t>
    </dgm:pt>
    <dgm:pt modelId="{B2786D9D-C82C-484F-977D-B252BFF93DF7}" type="parTrans" cxnId="{7BF96097-36F3-47FA-B6DF-0689D9ECC92A}">
      <dgm:prSet/>
      <dgm:spPr/>
      <dgm:t>
        <a:bodyPr/>
        <a:lstStyle/>
        <a:p>
          <a:endParaRPr lang="en-US"/>
        </a:p>
      </dgm:t>
    </dgm:pt>
    <dgm:pt modelId="{AAC4403D-315E-4E72-98F1-C4391F9438CD}" type="sibTrans" cxnId="{7BF96097-36F3-47FA-B6DF-0689D9ECC9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235722-5670-4560-9316-E4CBAB1DF5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Amazon S3 for raw data storage</a:t>
          </a:r>
        </a:p>
      </dgm:t>
    </dgm:pt>
    <dgm:pt modelId="{B7D1EC3D-913D-49FA-A515-E5973F94C018}" type="parTrans" cxnId="{19C73634-F810-4A4D-8D43-1BF807E8E0A4}">
      <dgm:prSet/>
      <dgm:spPr/>
      <dgm:t>
        <a:bodyPr/>
        <a:lstStyle/>
        <a:p>
          <a:endParaRPr lang="en-US"/>
        </a:p>
      </dgm:t>
    </dgm:pt>
    <dgm:pt modelId="{ECDEBB68-D6EF-4379-9257-9A02070F6D54}" type="sibTrans" cxnId="{19C73634-F810-4A4D-8D43-1BF807E8E0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1E953B-9024-4A09-8ADF-7A96F465EA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BigQuery as analytics warehouse</a:t>
          </a:r>
        </a:p>
      </dgm:t>
    </dgm:pt>
    <dgm:pt modelId="{17952B50-2357-42D5-823A-CC7F16B5C273}" type="parTrans" cxnId="{5FC6CC58-C270-4526-B00C-A243490CB6C4}">
      <dgm:prSet/>
      <dgm:spPr/>
      <dgm:t>
        <a:bodyPr/>
        <a:lstStyle/>
        <a:p>
          <a:endParaRPr lang="en-US"/>
        </a:p>
      </dgm:t>
    </dgm:pt>
    <dgm:pt modelId="{4A9E5AAA-899C-4C19-8353-442C4704C8B9}" type="sibTrans" cxnId="{5FC6CC58-C270-4526-B00C-A243490CB6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F1243C-C482-499A-B6AF-BFD98CC5A1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dbt for transformations</a:t>
          </a:r>
        </a:p>
      </dgm:t>
    </dgm:pt>
    <dgm:pt modelId="{D14698F4-A727-4377-A09B-34CE56512FC8}" type="parTrans" cxnId="{5A39E1BE-9BEC-4919-BF9F-1C4BA9C011EA}">
      <dgm:prSet/>
      <dgm:spPr/>
      <dgm:t>
        <a:bodyPr/>
        <a:lstStyle/>
        <a:p>
          <a:endParaRPr lang="en-US"/>
        </a:p>
      </dgm:t>
    </dgm:pt>
    <dgm:pt modelId="{7E232B0A-3CB5-48B7-AD33-98006063BE82}" type="sibTrans" cxnId="{5A39E1BE-9BEC-4919-BF9F-1C4BA9C011EA}">
      <dgm:prSet/>
      <dgm:spPr/>
      <dgm:t>
        <a:bodyPr/>
        <a:lstStyle/>
        <a:p>
          <a:endParaRPr lang="en-US"/>
        </a:p>
      </dgm:t>
    </dgm:pt>
    <dgm:pt modelId="{EB5EAB37-2AE3-4D21-80D9-636B21CCBC30}" type="pres">
      <dgm:prSet presAssocID="{5AAEFF5C-1DA3-4FEC-80E4-D8F9939EC600}" presName="root" presStyleCnt="0">
        <dgm:presLayoutVars>
          <dgm:dir/>
          <dgm:resizeHandles val="exact"/>
        </dgm:presLayoutVars>
      </dgm:prSet>
      <dgm:spPr/>
    </dgm:pt>
    <dgm:pt modelId="{11AD4D95-2B3B-4478-A4D9-6871ED566B1C}" type="pres">
      <dgm:prSet presAssocID="{5AAEFF5C-1DA3-4FEC-80E4-D8F9939EC600}" presName="container" presStyleCnt="0">
        <dgm:presLayoutVars>
          <dgm:dir/>
          <dgm:resizeHandles val="exact"/>
        </dgm:presLayoutVars>
      </dgm:prSet>
      <dgm:spPr/>
    </dgm:pt>
    <dgm:pt modelId="{3B8B92E7-12F4-4AAB-B8AC-A11041B3C04D}" type="pres">
      <dgm:prSet presAssocID="{00A8CEAD-FF2F-45D4-9007-92F1C8A47D29}" presName="compNode" presStyleCnt="0"/>
      <dgm:spPr/>
    </dgm:pt>
    <dgm:pt modelId="{3181B25D-851D-4479-9AEA-A066ADAF3A25}" type="pres">
      <dgm:prSet presAssocID="{00A8CEAD-FF2F-45D4-9007-92F1C8A47D29}" presName="iconBgRect" presStyleLbl="bgShp" presStyleIdx="0" presStyleCnt="4"/>
      <dgm:spPr/>
    </dgm:pt>
    <dgm:pt modelId="{6B2F3DA9-BAE6-4391-978C-46E6F1CC4552}" type="pres">
      <dgm:prSet presAssocID="{00A8CEAD-FF2F-45D4-9007-92F1C8A47D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2A611CC-8AB8-4A13-A94D-69A04A951D3E}" type="pres">
      <dgm:prSet presAssocID="{00A8CEAD-FF2F-45D4-9007-92F1C8A47D29}" presName="spaceRect" presStyleCnt="0"/>
      <dgm:spPr/>
    </dgm:pt>
    <dgm:pt modelId="{6B374223-8E09-45CB-9F74-4D0DDAB995A2}" type="pres">
      <dgm:prSet presAssocID="{00A8CEAD-FF2F-45D4-9007-92F1C8A47D29}" presName="textRect" presStyleLbl="revTx" presStyleIdx="0" presStyleCnt="4">
        <dgm:presLayoutVars>
          <dgm:chMax val="1"/>
          <dgm:chPref val="1"/>
        </dgm:presLayoutVars>
      </dgm:prSet>
      <dgm:spPr/>
    </dgm:pt>
    <dgm:pt modelId="{0FA43EF3-F642-4E26-8F0A-8155E4626D02}" type="pres">
      <dgm:prSet presAssocID="{AAC4403D-315E-4E72-98F1-C4391F9438CD}" presName="sibTrans" presStyleLbl="sibTrans2D1" presStyleIdx="0" presStyleCnt="0"/>
      <dgm:spPr/>
    </dgm:pt>
    <dgm:pt modelId="{7B31EB40-C6CE-4C90-822E-F533E538D47A}" type="pres">
      <dgm:prSet presAssocID="{ED235722-5670-4560-9316-E4CBAB1DF587}" presName="compNode" presStyleCnt="0"/>
      <dgm:spPr/>
    </dgm:pt>
    <dgm:pt modelId="{0784D8E1-CA8C-4C85-8FC5-BC9D15244861}" type="pres">
      <dgm:prSet presAssocID="{ED235722-5670-4560-9316-E4CBAB1DF587}" presName="iconBgRect" presStyleLbl="bgShp" presStyleIdx="1" presStyleCnt="4"/>
      <dgm:spPr/>
    </dgm:pt>
    <dgm:pt modelId="{B9CE7FC1-9FBD-45DC-8566-2B3856553310}" type="pres">
      <dgm:prSet presAssocID="{ED235722-5670-4560-9316-E4CBAB1DF58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3967BE-4035-4A81-AC91-3D6B8BB3764D}" type="pres">
      <dgm:prSet presAssocID="{ED235722-5670-4560-9316-E4CBAB1DF587}" presName="spaceRect" presStyleCnt="0"/>
      <dgm:spPr/>
    </dgm:pt>
    <dgm:pt modelId="{C5B1477F-E46D-46CF-B0B8-695D5312DDAF}" type="pres">
      <dgm:prSet presAssocID="{ED235722-5670-4560-9316-E4CBAB1DF587}" presName="textRect" presStyleLbl="revTx" presStyleIdx="1" presStyleCnt="4">
        <dgm:presLayoutVars>
          <dgm:chMax val="1"/>
          <dgm:chPref val="1"/>
        </dgm:presLayoutVars>
      </dgm:prSet>
      <dgm:spPr/>
    </dgm:pt>
    <dgm:pt modelId="{0D33EB93-37BE-4731-94B8-ED3B1212C4E0}" type="pres">
      <dgm:prSet presAssocID="{ECDEBB68-D6EF-4379-9257-9A02070F6D54}" presName="sibTrans" presStyleLbl="sibTrans2D1" presStyleIdx="0" presStyleCnt="0"/>
      <dgm:spPr/>
    </dgm:pt>
    <dgm:pt modelId="{4C786E05-7792-4CA3-BE52-A29EA5F620BF}" type="pres">
      <dgm:prSet presAssocID="{C11E953B-9024-4A09-8ADF-7A96F465EA1C}" presName="compNode" presStyleCnt="0"/>
      <dgm:spPr/>
    </dgm:pt>
    <dgm:pt modelId="{2262DFB0-A0A7-4E4B-BCD1-09147CFE307E}" type="pres">
      <dgm:prSet presAssocID="{C11E953B-9024-4A09-8ADF-7A96F465EA1C}" presName="iconBgRect" presStyleLbl="bgShp" presStyleIdx="2" presStyleCnt="4"/>
      <dgm:spPr/>
    </dgm:pt>
    <dgm:pt modelId="{A2FA6453-468B-4BAA-BA79-2470C8F78E5B}" type="pres">
      <dgm:prSet presAssocID="{C11E953B-9024-4A09-8ADF-7A96F465EA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C83F90B-6585-4EB3-B125-583D0AF4107C}" type="pres">
      <dgm:prSet presAssocID="{C11E953B-9024-4A09-8ADF-7A96F465EA1C}" presName="spaceRect" presStyleCnt="0"/>
      <dgm:spPr/>
    </dgm:pt>
    <dgm:pt modelId="{9B32B424-3305-4B3F-9E1C-EBCE897442D1}" type="pres">
      <dgm:prSet presAssocID="{C11E953B-9024-4A09-8ADF-7A96F465EA1C}" presName="textRect" presStyleLbl="revTx" presStyleIdx="2" presStyleCnt="4">
        <dgm:presLayoutVars>
          <dgm:chMax val="1"/>
          <dgm:chPref val="1"/>
        </dgm:presLayoutVars>
      </dgm:prSet>
      <dgm:spPr/>
    </dgm:pt>
    <dgm:pt modelId="{E4E7CCFF-5C3B-4D7A-A7D2-FDE964C15A9F}" type="pres">
      <dgm:prSet presAssocID="{4A9E5AAA-899C-4C19-8353-442C4704C8B9}" presName="sibTrans" presStyleLbl="sibTrans2D1" presStyleIdx="0" presStyleCnt="0"/>
      <dgm:spPr/>
    </dgm:pt>
    <dgm:pt modelId="{050DC6F6-4605-4996-BAAC-3BDE1C7693BB}" type="pres">
      <dgm:prSet presAssocID="{B1F1243C-C482-499A-B6AF-BFD98CC5A1D0}" presName="compNode" presStyleCnt="0"/>
      <dgm:spPr/>
    </dgm:pt>
    <dgm:pt modelId="{3E81EEB7-D4C0-4BD8-9223-2A2C6998A277}" type="pres">
      <dgm:prSet presAssocID="{B1F1243C-C482-499A-B6AF-BFD98CC5A1D0}" presName="iconBgRect" presStyleLbl="bgShp" presStyleIdx="3" presStyleCnt="4"/>
      <dgm:spPr/>
    </dgm:pt>
    <dgm:pt modelId="{B1166709-6DE8-43C9-B8AB-9BF929DF0F45}" type="pres">
      <dgm:prSet presAssocID="{B1F1243C-C482-499A-B6AF-BFD98CC5A1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6B4DA64-32B5-4932-AE67-686C07A59843}" type="pres">
      <dgm:prSet presAssocID="{B1F1243C-C482-499A-B6AF-BFD98CC5A1D0}" presName="spaceRect" presStyleCnt="0"/>
      <dgm:spPr/>
    </dgm:pt>
    <dgm:pt modelId="{63C0B5B3-7DCD-4F73-B7D6-C22B9F552F15}" type="pres">
      <dgm:prSet presAssocID="{B1F1243C-C482-499A-B6AF-BFD98CC5A1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08A203-9DFA-4D31-8A3C-1ABD0488C46F}" type="presOf" srcId="{4A9E5AAA-899C-4C19-8353-442C4704C8B9}" destId="{E4E7CCFF-5C3B-4D7A-A7D2-FDE964C15A9F}" srcOrd="0" destOrd="0" presId="urn:microsoft.com/office/officeart/2018/2/layout/IconCircleList"/>
    <dgm:cxn modelId="{6D4A552A-B1C7-4A3C-BDD9-8B4BDB85B601}" type="presOf" srcId="{C11E953B-9024-4A09-8ADF-7A96F465EA1C}" destId="{9B32B424-3305-4B3F-9E1C-EBCE897442D1}" srcOrd="0" destOrd="0" presId="urn:microsoft.com/office/officeart/2018/2/layout/IconCircleList"/>
    <dgm:cxn modelId="{19C73634-F810-4A4D-8D43-1BF807E8E0A4}" srcId="{5AAEFF5C-1DA3-4FEC-80E4-D8F9939EC600}" destId="{ED235722-5670-4560-9316-E4CBAB1DF587}" srcOrd="1" destOrd="0" parTransId="{B7D1EC3D-913D-49FA-A515-E5973F94C018}" sibTransId="{ECDEBB68-D6EF-4379-9257-9A02070F6D54}"/>
    <dgm:cxn modelId="{8A809E6C-E808-4DD6-AB70-AB21FEC37653}" type="presOf" srcId="{5AAEFF5C-1DA3-4FEC-80E4-D8F9939EC600}" destId="{EB5EAB37-2AE3-4D21-80D9-636B21CCBC30}" srcOrd="0" destOrd="0" presId="urn:microsoft.com/office/officeart/2018/2/layout/IconCircleList"/>
    <dgm:cxn modelId="{19A24E55-B2ED-4C01-84F6-4F7F3B071190}" type="presOf" srcId="{B1F1243C-C482-499A-B6AF-BFD98CC5A1D0}" destId="{63C0B5B3-7DCD-4F73-B7D6-C22B9F552F15}" srcOrd="0" destOrd="0" presId="urn:microsoft.com/office/officeart/2018/2/layout/IconCircleList"/>
    <dgm:cxn modelId="{5FC6CC58-C270-4526-B00C-A243490CB6C4}" srcId="{5AAEFF5C-1DA3-4FEC-80E4-D8F9939EC600}" destId="{C11E953B-9024-4A09-8ADF-7A96F465EA1C}" srcOrd="2" destOrd="0" parTransId="{17952B50-2357-42D5-823A-CC7F16B5C273}" sibTransId="{4A9E5AAA-899C-4C19-8353-442C4704C8B9}"/>
    <dgm:cxn modelId="{64DB0B7A-E9CB-4C91-9E2B-C94D03516145}" type="presOf" srcId="{ED235722-5670-4560-9316-E4CBAB1DF587}" destId="{C5B1477F-E46D-46CF-B0B8-695D5312DDAF}" srcOrd="0" destOrd="0" presId="urn:microsoft.com/office/officeart/2018/2/layout/IconCircleList"/>
    <dgm:cxn modelId="{7BF96097-36F3-47FA-B6DF-0689D9ECC92A}" srcId="{5AAEFF5C-1DA3-4FEC-80E4-D8F9939EC600}" destId="{00A8CEAD-FF2F-45D4-9007-92F1C8A47D29}" srcOrd="0" destOrd="0" parTransId="{B2786D9D-C82C-484F-977D-B252BFF93DF7}" sibTransId="{AAC4403D-315E-4E72-98F1-C4391F9438CD}"/>
    <dgm:cxn modelId="{58470BA3-6121-472C-9597-93E34C3AA0B1}" type="presOf" srcId="{AAC4403D-315E-4E72-98F1-C4391F9438CD}" destId="{0FA43EF3-F642-4E26-8F0A-8155E4626D02}" srcOrd="0" destOrd="0" presId="urn:microsoft.com/office/officeart/2018/2/layout/IconCircleList"/>
    <dgm:cxn modelId="{37C750AB-B844-4A93-A75B-3F3CD0B1B493}" type="presOf" srcId="{00A8CEAD-FF2F-45D4-9007-92F1C8A47D29}" destId="{6B374223-8E09-45CB-9F74-4D0DDAB995A2}" srcOrd="0" destOrd="0" presId="urn:microsoft.com/office/officeart/2018/2/layout/IconCircleList"/>
    <dgm:cxn modelId="{5A39E1BE-9BEC-4919-BF9F-1C4BA9C011EA}" srcId="{5AAEFF5C-1DA3-4FEC-80E4-D8F9939EC600}" destId="{B1F1243C-C482-499A-B6AF-BFD98CC5A1D0}" srcOrd="3" destOrd="0" parTransId="{D14698F4-A727-4377-A09B-34CE56512FC8}" sibTransId="{7E232B0A-3CB5-48B7-AD33-98006063BE82}"/>
    <dgm:cxn modelId="{23B2CEEE-CDB7-4AFD-A0A8-04064F7C7ADF}" type="presOf" srcId="{ECDEBB68-D6EF-4379-9257-9A02070F6D54}" destId="{0D33EB93-37BE-4731-94B8-ED3B1212C4E0}" srcOrd="0" destOrd="0" presId="urn:microsoft.com/office/officeart/2018/2/layout/IconCircleList"/>
    <dgm:cxn modelId="{49FE516B-8DBA-4433-AC84-F92E7077E193}" type="presParOf" srcId="{EB5EAB37-2AE3-4D21-80D9-636B21CCBC30}" destId="{11AD4D95-2B3B-4478-A4D9-6871ED566B1C}" srcOrd="0" destOrd="0" presId="urn:microsoft.com/office/officeart/2018/2/layout/IconCircleList"/>
    <dgm:cxn modelId="{DF3BE85A-8F34-4350-8DAF-18FBC594BE21}" type="presParOf" srcId="{11AD4D95-2B3B-4478-A4D9-6871ED566B1C}" destId="{3B8B92E7-12F4-4AAB-B8AC-A11041B3C04D}" srcOrd="0" destOrd="0" presId="urn:microsoft.com/office/officeart/2018/2/layout/IconCircleList"/>
    <dgm:cxn modelId="{6B774DA4-79BB-4739-BDCB-D2FC9569803B}" type="presParOf" srcId="{3B8B92E7-12F4-4AAB-B8AC-A11041B3C04D}" destId="{3181B25D-851D-4479-9AEA-A066ADAF3A25}" srcOrd="0" destOrd="0" presId="urn:microsoft.com/office/officeart/2018/2/layout/IconCircleList"/>
    <dgm:cxn modelId="{C07AA8CA-EDA5-4B92-8245-5CC567FDCB43}" type="presParOf" srcId="{3B8B92E7-12F4-4AAB-B8AC-A11041B3C04D}" destId="{6B2F3DA9-BAE6-4391-978C-46E6F1CC4552}" srcOrd="1" destOrd="0" presId="urn:microsoft.com/office/officeart/2018/2/layout/IconCircleList"/>
    <dgm:cxn modelId="{6CE5A7B3-1401-449A-BA38-35CB86B0ED65}" type="presParOf" srcId="{3B8B92E7-12F4-4AAB-B8AC-A11041B3C04D}" destId="{02A611CC-8AB8-4A13-A94D-69A04A951D3E}" srcOrd="2" destOrd="0" presId="urn:microsoft.com/office/officeart/2018/2/layout/IconCircleList"/>
    <dgm:cxn modelId="{98D26553-6A9C-4DB0-8EEF-6D8A70CF4994}" type="presParOf" srcId="{3B8B92E7-12F4-4AAB-B8AC-A11041B3C04D}" destId="{6B374223-8E09-45CB-9F74-4D0DDAB995A2}" srcOrd="3" destOrd="0" presId="urn:microsoft.com/office/officeart/2018/2/layout/IconCircleList"/>
    <dgm:cxn modelId="{A057620F-F83A-4EA3-8BE6-F3376EF904F5}" type="presParOf" srcId="{11AD4D95-2B3B-4478-A4D9-6871ED566B1C}" destId="{0FA43EF3-F642-4E26-8F0A-8155E4626D02}" srcOrd="1" destOrd="0" presId="urn:microsoft.com/office/officeart/2018/2/layout/IconCircleList"/>
    <dgm:cxn modelId="{EAFFDD43-6A65-446B-A77C-8959D8FA432F}" type="presParOf" srcId="{11AD4D95-2B3B-4478-A4D9-6871ED566B1C}" destId="{7B31EB40-C6CE-4C90-822E-F533E538D47A}" srcOrd="2" destOrd="0" presId="urn:microsoft.com/office/officeart/2018/2/layout/IconCircleList"/>
    <dgm:cxn modelId="{32F5C899-72FA-4E99-8097-F7423D1A9118}" type="presParOf" srcId="{7B31EB40-C6CE-4C90-822E-F533E538D47A}" destId="{0784D8E1-CA8C-4C85-8FC5-BC9D15244861}" srcOrd="0" destOrd="0" presId="urn:microsoft.com/office/officeart/2018/2/layout/IconCircleList"/>
    <dgm:cxn modelId="{78611EB9-5CDB-4294-BEDE-B790C27818BC}" type="presParOf" srcId="{7B31EB40-C6CE-4C90-822E-F533E538D47A}" destId="{B9CE7FC1-9FBD-45DC-8566-2B3856553310}" srcOrd="1" destOrd="0" presId="urn:microsoft.com/office/officeart/2018/2/layout/IconCircleList"/>
    <dgm:cxn modelId="{789B155F-F5EE-42FB-8EA4-3EF6154D8CE3}" type="presParOf" srcId="{7B31EB40-C6CE-4C90-822E-F533E538D47A}" destId="{8A3967BE-4035-4A81-AC91-3D6B8BB3764D}" srcOrd="2" destOrd="0" presId="urn:microsoft.com/office/officeart/2018/2/layout/IconCircleList"/>
    <dgm:cxn modelId="{A5668EC4-B868-4EC6-896F-B2E2ACFF0319}" type="presParOf" srcId="{7B31EB40-C6CE-4C90-822E-F533E538D47A}" destId="{C5B1477F-E46D-46CF-B0B8-695D5312DDAF}" srcOrd="3" destOrd="0" presId="urn:microsoft.com/office/officeart/2018/2/layout/IconCircleList"/>
    <dgm:cxn modelId="{85C0064B-2B11-4198-B2C1-221E11BBB77A}" type="presParOf" srcId="{11AD4D95-2B3B-4478-A4D9-6871ED566B1C}" destId="{0D33EB93-37BE-4731-94B8-ED3B1212C4E0}" srcOrd="3" destOrd="0" presId="urn:microsoft.com/office/officeart/2018/2/layout/IconCircleList"/>
    <dgm:cxn modelId="{B4B536FA-81DA-4B82-91AE-0DA08D1D9C5B}" type="presParOf" srcId="{11AD4D95-2B3B-4478-A4D9-6871ED566B1C}" destId="{4C786E05-7792-4CA3-BE52-A29EA5F620BF}" srcOrd="4" destOrd="0" presId="urn:microsoft.com/office/officeart/2018/2/layout/IconCircleList"/>
    <dgm:cxn modelId="{D1640A72-7E2A-4E6E-BB9A-60598B9CB0D5}" type="presParOf" srcId="{4C786E05-7792-4CA3-BE52-A29EA5F620BF}" destId="{2262DFB0-A0A7-4E4B-BCD1-09147CFE307E}" srcOrd="0" destOrd="0" presId="urn:microsoft.com/office/officeart/2018/2/layout/IconCircleList"/>
    <dgm:cxn modelId="{92AEAA3E-3CE3-4CD5-A12B-E74E6D2A4B47}" type="presParOf" srcId="{4C786E05-7792-4CA3-BE52-A29EA5F620BF}" destId="{A2FA6453-468B-4BAA-BA79-2470C8F78E5B}" srcOrd="1" destOrd="0" presId="urn:microsoft.com/office/officeart/2018/2/layout/IconCircleList"/>
    <dgm:cxn modelId="{22C73EF4-06BB-4B43-A037-F9DC3E4BA44F}" type="presParOf" srcId="{4C786E05-7792-4CA3-BE52-A29EA5F620BF}" destId="{AC83F90B-6585-4EB3-B125-583D0AF4107C}" srcOrd="2" destOrd="0" presId="urn:microsoft.com/office/officeart/2018/2/layout/IconCircleList"/>
    <dgm:cxn modelId="{AB1CE4B8-B04D-4C09-AE78-AB66F9B4B50B}" type="presParOf" srcId="{4C786E05-7792-4CA3-BE52-A29EA5F620BF}" destId="{9B32B424-3305-4B3F-9E1C-EBCE897442D1}" srcOrd="3" destOrd="0" presId="urn:microsoft.com/office/officeart/2018/2/layout/IconCircleList"/>
    <dgm:cxn modelId="{A210AFA4-D700-4ADA-9D01-13B217549170}" type="presParOf" srcId="{11AD4D95-2B3B-4478-A4D9-6871ED566B1C}" destId="{E4E7CCFF-5C3B-4D7A-A7D2-FDE964C15A9F}" srcOrd="5" destOrd="0" presId="urn:microsoft.com/office/officeart/2018/2/layout/IconCircleList"/>
    <dgm:cxn modelId="{EF8FA7BF-BED8-4A20-9F6C-35C1B6F41A30}" type="presParOf" srcId="{11AD4D95-2B3B-4478-A4D9-6871ED566B1C}" destId="{050DC6F6-4605-4996-BAAC-3BDE1C7693BB}" srcOrd="6" destOrd="0" presId="urn:microsoft.com/office/officeart/2018/2/layout/IconCircleList"/>
    <dgm:cxn modelId="{F2244DFC-B228-4F1F-B82E-FAEAC92A37B7}" type="presParOf" srcId="{050DC6F6-4605-4996-BAAC-3BDE1C7693BB}" destId="{3E81EEB7-D4C0-4BD8-9223-2A2C6998A277}" srcOrd="0" destOrd="0" presId="urn:microsoft.com/office/officeart/2018/2/layout/IconCircleList"/>
    <dgm:cxn modelId="{A9F5195F-80B2-45E0-8084-8CA93A61A424}" type="presParOf" srcId="{050DC6F6-4605-4996-BAAC-3BDE1C7693BB}" destId="{B1166709-6DE8-43C9-B8AB-9BF929DF0F45}" srcOrd="1" destOrd="0" presId="urn:microsoft.com/office/officeart/2018/2/layout/IconCircleList"/>
    <dgm:cxn modelId="{F0FC8A63-99A9-4010-9100-0772E582DBB9}" type="presParOf" srcId="{050DC6F6-4605-4996-BAAC-3BDE1C7693BB}" destId="{06B4DA64-32B5-4932-AE67-686C07A59843}" srcOrd="2" destOrd="0" presId="urn:microsoft.com/office/officeart/2018/2/layout/IconCircleList"/>
    <dgm:cxn modelId="{984FF3EA-C3F9-4F3C-AB91-4103073FAD28}" type="presParOf" srcId="{050DC6F6-4605-4996-BAAC-3BDE1C7693BB}" destId="{63C0B5B3-7DCD-4F73-B7D6-C22B9F552F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56EBA7-055C-4E04-B6BE-2121A529D8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33AE72-ED7D-47DC-82B8-11952BBB64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Bronze: Raw ingested data</a:t>
          </a:r>
        </a:p>
      </dgm:t>
    </dgm:pt>
    <dgm:pt modelId="{DA27C2B9-05DE-4C6F-882E-F5D801BA7EB0}" type="parTrans" cxnId="{C9215F80-4A7C-444D-932A-5DFFDC19267B}">
      <dgm:prSet/>
      <dgm:spPr/>
      <dgm:t>
        <a:bodyPr/>
        <a:lstStyle/>
        <a:p>
          <a:endParaRPr lang="en-US"/>
        </a:p>
      </dgm:t>
    </dgm:pt>
    <dgm:pt modelId="{327DCB0E-C33C-4BD0-B85A-DD16B8009A68}" type="sibTrans" cxnId="{C9215F80-4A7C-444D-932A-5DFFDC19267B}">
      <dgm:prSet/>
      <dgm:spPr/>
      <dgm:t>
        <a:bodyPr/>
        <a:lstStyle/>
        <a:p>
          <a:endParaRPr lang="en-US"/>
        </a:p>
      </dgm:t>
    </dgm:pt>
    <dgm:pt modelId="{A440730A-8034-4803-8A06-C6C05726FD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Silver: Cleaned &amp; standardised data</a:t>
          </a:r>
        </a:p>
      </dgm:t>
    </dgm:pt>
    <dgm:pt modelId="{CF8B9D04-B916-4282-8106-B89B317FCE90}" type="parTrans" cxnId="{1EC6891D-C2CE-46A8-8C88-6BCAC69B8E9F}">
      <dgm:prSet/>
      <dgm:spPr/>
      <dgm:t>
        <a:bodyPr/>
        <a:lstStyle/>
        <a:p>
          <a:endParaRPr lang="en-US"/>
        </a:p>
      </dgm:t>
    </dgm:pt>
    <dgm:pt modelId="{F4272019-B71D-4429-B9C9-658B66B0622B}" type="sibTrans" cxnId="{1EC6891D-C2CE-46A8-8C88-6BCAC69B8E9F}">
      <dgm:prSet/>
      <dgm:spPr/>
      <dgm:t>
        <a:bodyPr/>
        <a:lstStyle/>
        <a:p>
          <a:endParaRPr lang="en-US"/>
        </a:p>
      </dgm:t>
    </dgm:pt>
    <dgm:pt modelId="{1955D780-7EDC-4A22-9FCB-5EBA5DB1D3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Gold: Business-ready analytics models</a:t>
          </a:r>
        </a:p>
      </dgm:t>
    </dgm:pt>
    <dgm:pt modelId="{3367B8BD-0EFF-4292-9D08-A70C1F3C0976}" type="parTrans" cxnId="{9B82CF70-BEB0-44FC-B2DC-416202FE132A}">
      <dgm:prSet/>
      <dgm:spPr/>
      <dgm:t>
        <a:bodyPr/>
        <a:lstStyle/>
        <a:p>
          <a:endParaRPr lang="en-US"/>
        </a:p>
      </dgm:t>
    </dgm:pt>
    <dgm:pt modelId="{65EFD9ED-05B2-4890-9246-CAF272E2903A}" type="sibTrans" cxnId="{9B82CF70-BEB0-44FC-B2DC-416202FE132A}">
      <dgm:prSet/>
      <dgm:spPr/>
      <dgm:t>
        <a:bodyPr/>
        <a:lstStyle/>
        <a:p>
          <a:endParaRPr lang="en-US"/>
        </a:p>
      </dgm:t>
    </dgm:pt>
    <dgm:pt modelId="{8F17A848-14A0-49AC-A146-0962DCA434E5}" type="pres">
      <dgm:prSet presAssocID="{7F56EBA7-055C-4E04-B6BE-2121A529D86C}" presName="root" presStyleCnt="0">
        <dgm:presLayoutVars>
          <dgm:dir/>
          <dgm:resizeHandles val="exact"/>
        </dgm:presLayoutVars>
      </dgm:prSet>
      <dgm:spPr/>
    </dgm:pt>
    <dgm:pt modelId="{EB5DB982-BA45-42D0-81AE-6378EA4C9254}" type="pres">
      <dgm:prSet presAssocID="{D733AE72-ED7D-47DC-82B8-11952BBB64ED}" presName="compNode" presStyleCnt="0"/>
      <dgm:spPr/>
    </dgm:pt>
    <dgm:pt modelId="{FD6E33D2-35B9-442D-A17E-73C0D4B2EE24}" type="pres">
      <dgm:prSet presAssocID="{D733AE72-ED7D-47DC-82B8-11952BBB64ED}" presName="bgRect" presStyleLbl="bgShp" presStyleIdx="0" presStyleCnt="3"/>
      <dgm:spPr/>
    </dgm:pt>
    <dgm:pt modelId="{06796431-F5BC-49E7-AF69-5E184E5B492C}" type="pres">
      <dgm:prSet presAssocID="{D733AE72-ED7D-47DC-82B8-11952BBB64E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77B723C1-9B85-4F15-AD4A-E2A0444EACCF}" type="pres">
      <dgm:prSet presAssocID="{D733AE72-ED7D-47DC-82B8-11952BBB64ED}" presName="spaceRect" presStyleCnt="0"/>
      <dgm:spPr/>
    </dgm:pt>
    <dgm:pt modelId="{D8278F35-6C0D-4AB9-AAB9-EC3228C11A68}" type="pres">
      <dgm:prSet presAssocID="{D733AE72-ED7D-47DC-82B8-11952BBB64ED}" presName="parTx" presStyleLbl="revTx" presStyleIdx="0" presStyleCnt="3">
        <dgm:presLayoutVars>
          <dgm:chMax val="0"/>
          <dgm:chPref val="0"/>
        </dgm:presLayoutVars>
      </dgm:prSet>
      <dgm:spPr/>
    </dgm:pt>
    <dgm:pt modelId="{FB2BDB7C-3460-4129-8C3A-4755AA55B215}" type="pres">
      <dgm:prSet presAssocID="{327DCB0E-C33C-4BD0-B85A-DD16B8009A68}" presName="sibTrans" presStyleCnt="0"/>
      <dgm:spPr/>
    </dgm:pt>
    <dgm:pt modelId="{6F0369F5-3E3A-46C9-8177-0F748C6A3E0E}" type="pres">
      <dgm:prSet presAssocID="{A440730A-8034-4803-8A06-C6C05726FD5B}" presName="compNode" presStyleCnt="0"/>
      <dgm:spPr/>
    </dgm:pt>
    <dgm:pt modelId="{27F166DF-AAFC-4DDE-9F0A-BA3A1CB8EB2B}" type="pres">
      <dgm:prSet presAssocID="{A440730A-8034-4803-8A06-C6C05726FD5B}" presName="bgRect" presStyleLbl="bgShp" presStyleIdx="1" presStyleCnt="3"/>
      <dgm:spPr/>
    </dgm:pt>
    <dgm:pt modelId="{C31DAD8A-E014-4C8F-BC7A-CD024FC39364}" type="pres">
      <dgm:prSet presAssocID="{A440730A-8034-4803-8A06-C6C05726FD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6A12DC94-7298-4625-9867-AAB142FA46CB}" type="pres">
      <dgm:prSet presAssocID="{A440730A-8034-4803-8A06-C6C05726FD5B}" presName="spaceRect" presStyleCnt="0"/>
      <dgm:spPr/>
    </dgm:pt>
    <dgm:pt modelId="{FAA93061-F4AD-4871-A4BF-0A723C76EFC9}" type="pres">
      <dgm:prSet presAssocID="{A440730A-8034-4803-8A06-C6C05726FD5B}" presName="parTx" presStyleLbl="revTx" presStyleIdx="1" presStyleCnt="3">
        <dgm:presLayoutVars>
          <dgm:chMax val="0"/>
          <dgm:chPref val="0"/>
        </dgm:presLayoutVars>
      </dgm:prSet>
      <dgm:spPr/>
    </dgm:pt>
    <dgm:pt modelId="{AD5BB897-B14F-4441-B6E3-448974E23821}" type="pres">
      <dgm:prSet presAssocID="{F4272019-B71D-4429-B9C9-658B66B0622B}" presName="sibTrans" presStyleCnt="0"/>
      <dgm:spPr/>
    </dgm:pt>
    <dgm:pt modelId="{1400A114-2A84-499F-AB6A-D89CF6379027}" type="pres">
      <dgm:prSet presAssocID="{1955D780-7EDC-4A22-9FCB-5EBA5DB1D345}" presName="compNode" presStyleCnt="0"/>
      <dgm:spPr/>
    </dgm:pt>
    <dgm:pt modelId="{06C1BB44-71AC-4E8A-B01E-3C19789F87C7}" type="pres">
      <dgm:prSet presAssocID="{1955D780-7EDC-4A22-9FCB-5EBA5DB1D345}" presName="bgRect" presStyleLbl="bgShp" presStyleIdx="2" presStyleCnt="3"/>
      <dgm:spPr/>
    </dgm:pt>
    <dgm:pt modelId="{8FB8602D-301A-44E9-B0A4-99D74C201D3A}" type="pres">
      <dgm:prSet presAssocID="{1955D780-7EDC-4A22-9FCB-5EBA5DB1D3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0790C72-F28D-4B08-8B52-B9FCFE4EC96E}" type="pres">
      <dgm:prSet presAssocID="{1955D780-7EDC-4A22-9FCB-5EBA5DB1D345}" presName="spaceRect" presStyleCnt="0"/>
      <dgm:spPr/>
    </dgm:pt>
    <dgm:pt modelId="{665D3EC4-CBEE-43E0-98BE-79E7D355EDCA}" type="pres">
      <dgm:prSet presAssocID="{1955D780-7EDC-4A22-9FCB-5EBA5DB1D3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C6891D-C2CE-46A8-8C88-6BCAC69B8E9F}" srcId="{7F56EBA7-055C-4E04-B6BE-2121A529D86C}" destId="{A440730A-8034-4803-8A06-C6C05726FD5B}" srcOrd="1" destOrd="0" parTransId="{CF8B9D04-B916-4282-8106-B89B317FCE90}" sibTransId="{F4272019-B71D-4429-B9C9-658B66B0622B}"/>
    <dgm:cxn modelId="{CB4FB93C-4CA3-44F0-A6CA-3B6FC2CA0653}" type="presOf" srcId="{1955D780-7EDC-4A22-9FCB-5EBA5DB1D345}" destId="{665D3EC4-CBEE-43E0-98BE-79E7D355EDCA}" srcOrd="0" destOrd="0" presId="urn:microsoft.com/office/officeart/2018/2/layout/IconVerticalSolidList"/>
    <dgm:cxn modelId="{A681D86A-70D6-44B2-8849-B20CC77D48CE}" type="presOf" srcId="{D733AE72-ED7D-47DC-82B8-11952BBB64ED}" destId="{D8278F35-6C0D-4AB9-AAB9-EC3228C11A68}" srcOrd="0" destOrd="0" presId="urn:microsoft.com/office/officeart/2018/2/layout/IconVerticalSolidList"/>
    <dgm:cxn modelId="{9B82CF70-BEB0-44FC-B2DC-416202FE132A}" srcId="{7F56EBA7-055C-4E04-B6BE-2121A529D86C}" destId="{1955D780-7EDC-4A22-9FCB-5EBA5DB1D345}" srcOrd="2" destOrd="0" parTransId="{3367B8BD-0EFF-4292-9D08-A70C1F3C0976}" sibTransId="{65EFD9ED-05B2-4890-9246-CAF272E2903A}"/>
    <dgm:cxn modelId="{C9215F80-4A7C-444D-932A-5DFFDC19267B}" srcId="{7F56EBA7-055C-4E04-B6BE-2121A529D86C}" destId="{D733AE72-ED7D-47DC-82B8-11952BBB64ED}" srcOrd="0" destOrd="0" parTransId="{DA27C2B9-05DE-4C6F-882E-F5D801BA7EB0}" sibTransId="{327DCB0E-C33C-4BD0-B85A-DD16B8009A68}"/>
    <dgm:cxn modelId="{1C283299-65B8-4F92-AA31-FD5B60BCF650}" type="presOf" srcId="{7F56EBA7-055C-4E04-B6BE-2121A529D86C}" destId="{8F17A848-14A0-49AC-A146-0962DCA434E5}" srcOrd="0" destOrd="0" presId="urn:microsoft.com/office/officeart/2018/2/layout/IconVerticalSolidList"/>
    <dgm:cxn modelId="{2DA305B8-5BE5-42CA-8E69-FC6382E10BBE}" type="presOf" srcId="{A440730A-8034-4803-8A06-C6C05726FD5B}" destId="{FAA93061-F4AD-4871-A4BF-0A723C76EFC9}" srcOrd="0" destOrd="0" presId="urn:microsoft.com/office/officeart/2018/2/layout/IconVerticalSolidList"/>
    <dgm:cxn modelId="{CDBDE8D3-0EB7-47BE-8BD2-947728473A0D}" type="presParOf" srcId="{8F17A848-14A0-49AC-A146-0962DCA434E5}" destId="{EB5DB982-BA45-42D0-81AE-6378EA4C9254}" srcOrd="0" destOrd="0" presId="urn:microsoft.com/office/officeart/2018/2/layout/IconVerticalSolidList"/>
    <dgm:cxn modelId="{CE7B697B-81CC-4BBE-A02F-9B73998E37A5}" type="presParOf" srcId="{EB5DB982-BA45-42D0-81AE-6378EA4C9254}" destId="{FD6E33D2-35B9-442D-A17E-73C0D4B2EE24}" srcOrd="0" destOrd="0" presId="urn:microsoft.com/office/officeart/2018/2/layout/IconVerticalSolidList"/>
    <dgm:cxn modelId="{FD699090-7BF0-4F31-8934-A0E45ED9130F}" type="presParOf" srcId="{EB5DB982-BA45-42D0-81AE-6378EA4C9254}" destId="{06796431-F5BC-49E7-AF69-5E184E5B492C}" srcOrd="1" destOrd="0" presId="urn:microsoft.com/office/officeart/2018/2/layout/IconVerticalSolidList"/>
    <dgm:cxn modelId="{0708AE5B-1B26-4AC5-A1C5-C89590F92807}" type="presParOf" srcId="{EB5DB982-BA45-42D0-81AE-6378EA4C9254}" destId="{77B723C1-9B85-4F15-AD4A-E2A0444EACCF}" srcOrd="2" destOrd="0" presId="urn:microsoft.com/office/officeart/2018/2/layout/IconVerticalSolidList"/>
    <dgm:cxn modelId="{EADED030-084A-4366-9578-23079BC172A6}" type="presParOf" srcId="{EB5DB982-BA45-42D0-81AE-6378EA4C9254}" destId="{D8278F35-6C0D-4AB9-AAB9-EC3228C11A68}" srcOrd="3" destOrd="0" presId="urn:microsoft.com/office/officeart/2018/2/layout/IconVerticalSolidList"/>
    <dgm:cxn modelId="{36864E4D-31B8-429E-9FEC-45F15E697F77}" type="presParOf" srcId="{8F17A848-14A0-49AC-A146-0962DCA434E5}" destId="{FB2BDB7C-3460-4129-8C3A-4755AA55B215}" srcOrd="1" destOrd="0" presId="urn:microsoft.com/office/officeart/2018/2/layout/IconVerticalSolidList"/>
    <dgm:cxn modelId="{C269D9AE-4FE6-47A8-836C-C651FDF6042C}" type="presParOf" srcId="{8F17A848-14A0-49AC-A146-0962DCA434E5}" destId="{6F0369F5-3E3A-46C9-8177-0F748C6A3E0E}" srcOrd="2" destOrd="0" presId="urn:microsoft.com/office/officeart/2018/2/layout/IconVerticalSolidList"/>
    <dgm:cxn modelId="{3459DE51-ED38-4E29-BAD2-68EE5DDD4130}" type="presParOf" srcId="{6F0369F5-3E3A-46C9-8177-0F748C6A3E0E}" destId="{27F166DF-AAFC-4DDE-9F0A-BA3A1CB8EB2B}" srcOrd="0" destOrd="0" presId="urn:microsoft.com/office/officeart/2018/2/layout/IconVerticalSolidList"/>
    <dgm:cxn modelId="{324BDED3-E771-4162-AF5A-ED2A01805AEA}" type="presParOf" srcId="{6F0369F5-3E3A-46C9-8177-0F748C6A3E0E}" destId="{C31DAD8A-E014-4C8F-BC7A-CD024FC39364}" srcOrd="1" destOrd="0" presId="urn:microsoft.com/office/officeart/2018/2/layout/IconVerticalSolidList"/>
    <dgm:cxn modelId="{FF986AA7-BC32-4A2F-ABB1-CD1F696FFC90}" type="presParOf" srcId="{6F0369F5-3E3A-46C9-8177-0F748C6A3E0E}" destId="{6A12DC94-7298-4625-9867-AAB142FA46CB}" srcOrd="2" destOrd="0" presId="urn:microsoft.com/office/officeart/2018/2/layout/IconVerticalSolidList"/>
    <dgm:cxn modelId="{AD63FCC7-31FC-4478-9CB2-8444AF622944}" type="presParOf" srcId="{6F0369F5-3E3A-46C9-8177-0F748C6A3E0E}" destId="{FAA93061-F4AD-4871-A4BF-0A723C76EFC9}" srcOrd="3" destOrd="0" presId="urn:microsoft.com/office/officeart/2018/2/layout/IconVerticalSolidList"/>
    <dgm:cxn modelId="{03198D19-D5FC-4C8C-9E3D-D4A35D1BF731}" type="presParOf" srcId="{8F17A848-14A0-49AC-A146-0962DCA434E5}" destId="{AD5BB897-B14F-4441-B6E3-448974E23821}" srcOrd="3" destOrd="0" presId="urn:microsoft.com/office/officeart/2018/2/layout/IconVerticalSolidList"/>
    <dgm:cxn modelId="{9143BC7D-BC73-4366-BBE4-7D5C01BDBB9D}" type="presParOf" srcId="{8F17A848-14A0-49AC-A146-0962DCA434E5}" destId="{1400A114-2A84-499F-AB6A-D89CF6379027}" srcOrd="4" destOrd="0" presId="urn:microsoft.com/office/officeart/2018/2/layout/IconVerticalSolidList"/>
    <dgm:cxn modelId="{A290A894-9CA9-4E04-927B-97EFA5427CD5}" type="presParOf" srcId="{1400A114-2A84-499F-AB6A-D89CF6379027}" destId="{06C1BB44-71AC-4E8A-B01E-3C19789F87C7}" srcOrd="0" destOrd="0" presId="urn:microsoft.com/office/officeart/2018/2/layout/IconVerticalSolidList"/>
    <dgm:cxn modelId="{24AD6F10-A9B9-4E29-976D-5E6C2B968F03}" type="presParOf" srcId="{1400A114-2A84-499F-AB6A-D89CF6379027}" destId="{8FB8602D-301A-44E9-B0A4-99D74C201D3A}" srcOrd="1" destOrd="0" presId="urn:microsoft.com/office/officeart/2018/2/layout/IconVerticalSolidList"/>
    <dgm:cxn modelId="{18BD43D8-2D98-4ABE-BD9E-9F52FBC61736}" type="presParOf" srcId="{1400A114-2A84-499F-AB6A-D89CF6379027}" destId="{A0790C72-F28D-4B08-8B52-B9FCFE4EC96E}" srcOrd="2" destOrd="0" presId="urn:microsoft.com/office/officeart/2018/2/layout/IconVerticalSolidList"/>
    <dgm:cxn modelId="{1C8DACC1-F5A7-43E4-8ADF-80DE99ED4031}" type="presParOf" srcId="{1400A114-2A84-499F-AB6A-D89CF6379027}" destId="{665D3EC4-CBEE-43E0-98BE-79E7D355ED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394292-D596-4F50-9BF9-947B72C2A1A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2F3680-A210-4A42-9A52-F4F51383DB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Reliable and trusted analytics</a:t>
          </a:r>
        </a:p>
      </dgm:t>
    </dgm:pt>
    <dgm:pt modelId="{4A21CC87-E78C-486F-AC84-DDDCB03625BD}" type="parTrans" cxnId="{C570FD67-0C74-436F-AF67-81EDE1C3D8C4}">
      <dgm:prSet/>
      <dgm:spPr/>
      <dgm:t>
        <a:bodyPr/>
        <a:lstStyle/>
        <a:p>
          <a:endParaRPr lang="en-US"/>
        </a:p>
      </dgm:t>
    </dgm:pt>
    <dgm:pt modelId="{BC0D9099-665C-45DE-8C39-C2D47AE624BD}" type="sibTrans" cxnId="{C570FD67-0C74-436F-AF67-81EDE1C3D8C4}">
      <dgm:prSet/>
      <dgm:spPr/>
      <dgm:t>
        <a:bodyPr/>
        <a:lstStyle/>
        <a:p>
          <a:endParaRPr lang="en-US"/>
        </a:p>
      </dgm:t>
    </dgm:pt>
    <dgm:pt modelId="{11BAF414-60AC-45F6-BF41-4FD6BE6026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Faster reporting and insights</a:t>
          </a:r>
        </a:p>
      </dgm:t>
    </dgm:pt>
    <dgm:pt modelId="{6BE50DEC-3B4A-4DD7-ABC6-0EA3F4E7932B}" type="parTrans" cxnId="{32F7D068-0DEF-4D97-AEA1-9658EA713774}">
      <dgm:prSet/>
      <dgm:spPr/>
      <dgm:t>
        <a:bodyPr/>
        <a:lstStyle/>
        <a:p>
          <a:endParaRPr lang="en-US"/>
        </a:p>
      </dgm:t>
    </dgm:pt>
    <dgm:pt modelId="{78B96C8F-CB34-40F7-B550-724602A6F38E}" type="sibTrans" cxnId="{32F7D068-0DEF-4D97-AEA1-9658EA713774}">
      <dgm:prSet/>
      <dgm:spPr/>
      <dgm:t>
        <a:bodyPr/>
        <a:lstStyle/>
        <a:p>
          <a:endParaRPr lang="en-US"/>
        </a:p>
      </dgm:t>
    </dgm:pt>
    <dgm:pt modelId="{5F430CF2-2F17-4930-95FF-A5D4BDB2FF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Foundation for advanced analytics &amp; AI</a:t>
          </a:r>
        </a:p>
      </dgm:t>
    </dgm:pt>
    <dgm:pt modelId="{CE40CA69-C88B-47C2-B159-7CA10C49EF56}" type="parTrans" cxnId="{F2116A1B-3E36-4AC6-A122-15516844F40C}">
      <dgm:prSet/>
      <dgm:spPr/>
      <dgm:t>
        <a:bodyPr/>
        <a:lstStyle/>
        <a:p>
          <a:endParaRPr lang="en-US"/>
        </a:p>
      </dgm:t>
    </dgm:pt>
    <dgm:pt modelId="{2CA6934A-33D8-470B-BFFF-AE08817AAD8D}" type="sibTrans" cxnId="{F2116A1B-3E36-4AC6-A122-15516844F40C}">
      <dgm:prSet/>
      <dgm:spPr/>
      <dgm:t>
        <a:bodyPr/>
        <a:lstStyle/>
        <a:p>
          <a:endParaRPr lang="en-US"/>
        </a:p>
      </dgm:t>
    </dgm:pt>
    <dgm:pt modelId="{314DA665-1F8C-496D-B443-1D188DF8E853}" type="pres">
      <dgm:prSet presAssocID="{6A394292-D596-4F50-9BF9-947B72C2A1A5}" presName="root" presStyleCnt="0">
        <dgm:presLayoutVars>
          <dgm:dir/>
          <dgm:resizeHandles val="exact"/>
        </dgm:presLayoutVars>
      </dgm:prSet>
      <dgm:spPr/>
    </dgm:pt>
    <dgm:pt modelId="{E033886B-668A-4DBE-ADAD-ED0D711E80B4}" type="pres">
      <dgm:prSet presAssocID="{B22F3680-A210-4A42-9A52-F4F51383DB58}" presName="compNode" presStyleCnt="0"/>
      <dgm:spPr/>
    </dgm:pt>
    <dgm:pt modelId="{E8448CDB-FAE6-4102-B79B-BD6A2532E6AB}" type="pres">
      <dgm:prSet presAssocID="{B22F3680-A210-4A42-9A52-F4F51383DB5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BCF1887-6C0B-438A-AEEF-A7187AD0C7D9}" type="pres">
      <dgm:prSet presAssocID="{B22F3680-A210-4A42-9A52-F4F51383DB58}" presName="spaceRect" presStyleCnt="0"/>
      <dgm:spPr/>
    </dgm:pt>
    <dgm:pt modelId="{4FD5F059-47C4-45E1-8209-0E5A3101B835}" type="pres">
      <dgm:prSet presAssocID="{B22F3680-A210-4A42-9A52-F4F51383DB58}" presName="textRect" presStyleLbl="revTx" presStyleIdx="0" presStyleCnt="3">
        <dgm:presLayoutVars>
          <dgm:chMax val="1"/>
          <dgm:chPref val="1"/>
        </dgm:presLayoutVars>
      </dgm:prSet>
      <dgm:spPr/>
    </dgm:pt>
    <dgm:pt modelId="{1F5DD20E-8109-4475-BB70-942EC1615B51}" type="pres">
      <dgm:prSet presAssocID="{BC0D9099-665C-45DE-8C39-C2D47AE624BD}" presName="sibTrans" presStyleCnt="0"/>
      <dgm:spPr/>
    </dgm:pt>
    <dgm:pt modelId="{BD3CF98D-A819-4F4F-9AE2-91D31278559E}" type="pres">
      <dgm:prSet presAssocID="{11BAF414-60AC-45F6-BF41-4FD6BE602673}" presName="compNode" presStyleCnt="0"/>
      <dgm:spPr/>
    </dgm:pt>
    <dgm:pt modelId="{BD5307DE-9B61-4302-94CD-57F40CDA2355}" type="pres">
      <dgm:prSet presAssocID="{11BAF414-60AC-45F6-BF41-4FD6BE6026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C846558-22F3-41AB-B008-A096E8BDE612}" type="pres">
      <dgm:prSet presAssocID="{11BAF414-60AC-45F6-BF41-4FD6BE602673}" presName="spaceRect" presStyleCnt="0"/>
      <dgm:spPr/>
    </dgm:pt>
    <dgm:pt modelId="{F829909C-8BD1-4340-A80A-C0924AE6483B}" type="pres">
      <dgm:prSet presAssocID="{11BAF414-60AC-45F6-BF41-4FD6BE602673}" presName="textRect" presStyleLbl="revTx" presStyleIdx="1" presStyleCnt="3">
        <dgm:presLayoutVars>
          <dgm:chMax val="1"/>
          <dgm:chPref val="1"/>
        </dgm:presLayoutVars>
      </dgm:prSet>
      <dgm:spPr/>
    </dgm:pt>
    <dgm:pt modelId="{EE7F313A-A28C-4B9C-93FC-B37A51A04209}" type="pres">
      <dgm:prSet presAssocID="{78B96C8F-CB34-40F7-B550-724602A6F38E}" presName="sibTrans" presStyleCnt="0"/>
      <dgm:spPr/>
    </dgm:pt>
    <dgm:pt modelId="{258414E2-61F6-4CA4-933B-070A68E818B1}" type="pres">
      <dgm:prSet presAssocID="{5F430CF2-2F17-4930-95FF-A5D4BDB2FFAF}" presName="compNode" presStyleCnt="0"/>
      <dgm:spPr/>
    </dgm:pt>
    <dgm:pt modelId="{1B10B75F-7587-4041-B982-7D753121A63B}" type="pres">
      <dgm:prSet presAssocID="{5F430CF2-2F17-4930-95FF-A5D4BDB2FF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A020BD5-7A5F-405E-9901-35116CAC74E4}" type="pres">
      <dgm:prSet presAssocID="{5F430CF2-2F17-4930-95FF-A5D4BDB2FFAF}" presName="spaceRect" presStyleCnt="0"/>
      <dgm:spPr/>
    </dgm:pt>
    <dgm:pt modelId="{633182DD-776F-40BA-888A-9440AAC4453F}" type="pres">
      <dgm:prSet presAssocID="{5F430CF2-2F17-4930-95FF-A5D4BDB2FF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AC4002-8D63-4DE9-A854-E6B2900D4292}" type="presOf" srcId="{B22F3680-A210-4A42-9A52-F4F51383DB58}" destId="{4FD5F059-47C4-45E1-8209-0E5A3101B835}" srcOrd="0" destOrd="0" presId="urn:microsoft.com/office/officeart/2018/2/layout/IconLabelList"/>
    <dgm:cxn modelId="{F2116A1B-3E36-4AC6-A122-15516844F40C}" srcId="{6A394292-D596-4F50-9BF9-947B72C2A1A5}" destId="{5F430CF2-2F17-4930-95FF-A5D4BDB2FFAF}" srcOrd="2" destOrd="0" parTransId="{CE40CA69-C88B-47C2-B159-7CA10C49EF56}" sibTransId="{2CA6934A-33D8-470B-BFFF-AE08817AAD8D}"/>
    <dgm:cxn modelId="{666C853C-4402-4C67-8103-866B40109AA6}" type="presOf" srcId="{11BAF414-60AC-45F6-BF41-4FD6BE602673}" destId="{F829909C-8BD1-4340-A80A-C0924AE6483B}" srcOrd="0" destOrd="0" presId="urn:microsoft.com/office/officeart/2018/2/layout/IconLabelList"/>
    <dgm:cxn modelId="{C570FD67-0C74-436F-AF67-81EDE1C3D8C4}" srcId="{6A394292-D596-4F50-9BF9-947B72C2A1A5}" destId="{B22F3680-A210-4A42-9A52-F4F51383DB58}" srcOrd="0" destOrd="0" parTransId="{4A21CC87-E78C-486F-AC84-DDDCB03625BD}" sibTransId="{BC0D9099-665C-45DE-8C39-C2D47AE624BD}"/>
    <dgm:cxn modelId="{32F7D068-0DEF-4D97-AEA1-9658EA713774}" srcId="{6A394292-D596-4F50-9BF9-947B72C2A1A5}" destId="{11BAF414-60AC-45F6-BF41-4FD6BE602673}" srcOrd="1" destOrd="0" parTransId="{6BE50DEC-3B4A-4DD7-ABC6-0EA3F4E7932B}" sibTransId="{78B96C8F-CB34-40F7-B550-724602A6F38E}"/>
    <dgm:cxn modelId="{6121276A-7B7F-49F0-BB6C-CD5E1B64FC18}" type="presOf" srcId="{5F430CF2-2F17-4930-95FF-A5D4BDB2FFAF}" destId="{633182DD-776F-40BA-888A-9440AAC4453F}" srcOrd="0" destOrd="0" presId="urn:microsoft.com/office/officeart/2018/2/layout/IconLabelList"/>
    <dgm:cxn modelId="{93E710AD-4DEB-44EE-8618-E156423934DE}" type="presOf" srcId="{6A394292-D596-4F50-9BF9-947B72C2A1A5}" destId="{314DA665-1F8C-496D-B443-1D188DF8E853}" srcOrd="0" destOrd="0" presId="urn:microsoft.com/office/officeart/2018/2/layout/IconLabelList"/>
    <dgm:cxn modelId="{6C080368-9EC3-4A2C-AAAE-EB5726E283BF}" type="presParOf" srcId="{314DA665-1F8C-496D-B443-1D188DF8E853}" destId="{E033886B-668A-4DBE-ADAD-ED0D711E80B4}" srcOrd="0" destOrd="0" presId="urn:microsoft.com/office/officeart/2018/2/layout/IconLabelList"/>
    <dgm:cxn modelId="{45A199FC-0E52-4567-BE3E-7F73612C7BAD}" type="presParOf" srcId="{E033886B-668A-4DBE-ADAD-ED0D711E80B4}" destId="{E8448CDB-FAE6-4102-B79B-BD6A2532E6AB}" srcOrd="0" destOrd="0" presId="urn:microsoft.com/office/officeart/2018/2/layout/IconLabelList"/>
    <dgm:cxn modelId="{EBF65047-3A53-413F-89BB-4D9F033BB5B9}" type="presParOf" srcId="{E033886B-668A-4DBE-ADAD-ED0D711E80B4}" destId="{7BCF1887-6C0B-438A-AEEF-A7187AD0C7D9}" srcOrd="1" destOrd="0" presId="urn:microsoft.com/office/officeart/2018/2/layout/IconLabelList"/>
    <dgm:cxn modelId="{860AD4A9-7D1A-4C77-B550-6905DF65FFB9}" type="presParOf" srcId="{E033886B-668A-4DBE-ADAD-ED0D711E80B4}" destId="{4FD5F059-47C4-45E1-8209-0E5A3101B835}" srcOrd="2" destOrd="0" presId="urn:microsoft.com/office/officeart/2018/2/layout/IconLabelList"/>
    <dgm:cxn modelId="{2BF5E2ED-5587-42AA-BD19-134271BA1E28}" type="presParOf" srcId="{314DA665-1F8C-496D-B443-1D188DF8E853}" destId="{1F5DD20E-8109-4475-BB70-942EC1615B51}" srcOrd="1" destOrd="0" presId="urn:microsoft.com/office/officeart/2018/2/layout/IconLabelList"/>
    <dgm:cxn modelId="{AA282E4A-4A52-48F5-AF14-B8DAE3CBD78C}" type="presParOf" srcId="{314DA665-1F8C-496D-B443-1D188DF8E853}" destId="{BD3CF98D-A819-4F4F-9AE2-91D31278559E}" srcOrd="2" destOrd="0" presId="urn:microsoft.com/office/officeart/2018/2/layout/IconLabelList"/>
    <dgm:cxn modelId="{84954CA3-6FCA-45F8-A169-1ADE562D8DF2}" type="presParOf" srcId="{BD3CF98D-A819-4F4F-9AE2-91D31278559E}" destId="{BD5307DE-9B61-4302-94CD-57F40CDA2355}" srcOrd="0" destOrd="0" presId="urn:microsoft.com/office/officeart/2018/2/layout/IconLabelList"/>
    <dgm:cxn modelId="{D7A85556-8CF9-43D1-B663-F64B940AA849}" type="presParOf" srcId="{BD3CF98D-A819-4F4F-9AE2-91D31278559E}" destId="{5C846558-22F3-41AB-B008-A096E8BDE612}" srcOrd="1" destOrd="0" presId="urn:microsoft.com/office/officeart/2018/2/layout/IconLabelList"/>
    <dgm:cxn modelId="{9CAAC527-95E7-4B6D-B6E2-B467D6AD9CE2}" type="presParOf" srcId="{BD3CF98D-A819-4F4F-9AE2-91D31278559E}" destId="{F829909C-8BD1-4340-A80A-C0924AE6483B}" srcOrd="2" destOrd="0" presId="urn:microsoft.com/office/officeart/2018/2/layout/IconLabelList"/>
    <dgm:cxn modelId="{89442BF4-9A77-445B-A244-1D7C0B34997E}" type="presParOf" srcId="{314DA665-1F8C-496D-B443-1D188DF8E853}" destId="{EE7F313A-A28C-4B9C-93FC-B37A51A04209}" srcOrd="3" destOrd="0" presId="urn:microsoft.com/office/officeart/2018/2/layout/IconLabelList"/>
    <dgm:cxn modelId="{653E9DE7-4AB5-43FD-A0E1-225EC9534FF9}" type="presParOf" srcId="{314DA665-1F8C-496D-B443-1D188DF8E853}" destId="{258414E2-61F6-4CA4-933B-070A68E818B1}" srcOrd="4" destOrd="0" presId="urn:microsoft.com/office/officeart/2018/2/layout/IconLabelList"/>
    <dgm:cxn modelId="{979A5940-2BDC-4114-B371-F4001B252A21}" type="presParOf" srcId="{258414E2-61F6-4CA4-933B-070A68E818B1}" destId="{1B10B75F-7587-4041-B982-7D753121A63B}" srcOrd="0" destOrd="0" presId="urn:microsoft.com/office/officeart/2018/2/layout/IconLabelList"/>
    <dgm:cxn modelId="{B2F457EB-720C-432B-A0D6-2ED6B4C51B3A}" type="presParOf" srcId="{258414E2-61F6-4CA4-933B-070A68E818B1}" destId="{5A020BD5-7A5F-405E-9901-35116CAC74E4}" srcOrd="1" destOrd="0" presId="urn:microsoft.com/office/officeart/2018/2/layout/IconLabelList"/>
    <dgm:cxn modelId="{E82168EE-46D7-4AA2-9CBA-5723DA43C0C7}" type="presParOf" srcId="{258414E2-61F6-4CA4-933B-070A68E818B1}" destId="{633182DD-776F-40BA-888A-9440AAC445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E6C98F-AFAE-4AD3-9AFF-4AD5B37731A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538E41-442C-4EAA-9852-07EF97C765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data pipelines</a:t>
          </a:r>
        </a:p>
      </dgm:t>
    </dgm:pt>
    <dgm:pt modelId="{97713521-5B3A-4321-8243-92EFA61A4526}" type="parTrans" cxnId="{ECEC522F-832B-44AF-BC70-816D33FF4183}">
      <dgm:prSet/>
      <dgm:spPr/>
      <dgm:t>
        <a:bodyPr/>
        <a:lstStyle/>
        <a:p>
          <a:endParaRPr lang="en-US"/>
        </a:p>
      </dgm:t>
    </dgm:pt>
    <dgm:pt modelId="{F1AF9944-67AC-4D0F-8AED-49C197D40914}" type="sibTrans" cxnId="{ECEC522F-832B-44AF-BC70-816D33FF4183}">
      <dgm:prSet/>
      <dgm:spPr/>
      <dgm:t>
        <a:bodyPr/>
        <a:lstStyle/>
        <a:p>
          <a:endParaRPr lang="en-US"/>
        </a:p>
      </dgm:t>
    </dgm:pt>
    <dgm:pt modelId="{3479963B-FC1D-4B36-B10F-98B428240F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data quality</a:t>
          </a:r>
        </a:p>
      </dgm:t>
    </dgm:pt>
    <dgm:pt modelId="{5C2B2AC6-487D-4DD0-A0C9-9CCF8E8B4551}" type="parTrans" cxnId="{776A890E-47A5-4B06-9C92-4C10DD8392E0}">
      <dgm:prSet/>
      <dgm:spPr/>
      <dgm:t>
        <a:bodyPr/>
        <a:lstStyle/>
        <a:p>
          <a:endParaRPr lang="en-US"/>
        </a:p>
      </dgm:t>
    </dgm:pt>
    <dgm:pt modelId="{EEAEAFC5-CFF9-4749-9895-38191FE5262A}" type="sibTrans" cxnId="{776A890E-47A5-4B06-9C92-4C10DD8392E0}">
      <dgm:prSet/>
      <dgm:spPr/>
      <dgm:t>
        <a:bodyPr/>
        <a:lstStyle/>
        <a:p>
          <a:endParaRPr lang="en-US"/>
        </a:p>
      </dgm:t>
    </dgm:pt>
    <dgm:pt modelId="{1DA76027-71EA-4045-B716-DFAC51397E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Unified customer insight</a:t>
          </a:r>
        </a:p>
      </dgm:t>
    </dgm:pt>
    <dgm:pt modelId="{A5C4CC38-8E70-49D7-8926-AA4CB1E2440E}" type="parTrans" cxnId="{C8968839-1608-4BE6-B98F-F373BCCB1A2A}">
      <dgm:prSet/>
      <dgm:spPr/>
      <dgm:t>
        <a:bodyPr/>
        <a:lstStyle/>
        <a:p>
          <a:endParaRPr lang="en-US"/>
        </a:p>
      </dgm:t>
    </dgm:pt>
    <dgm:pt modelId="{0DE7CEF3-47A4-4936-AAC6-DAEFE4798968}" type="sibTrans" cxnId="{C8968839-1608-4BE6-B98F-F373BCCB1A2A}">
      <dgm:prSet/>
      <dgm:spPr/>
      <dgm:t>
        <a:bodyPr/>
        <a:lstStyle/>
        <a:p>
          <a:endParaRPr lang="en-US"/>
        </a:p>
      </dgm:t>
    </dgm:pt>
    <dgm:pt modelId="{ADCC08DE-53F0-4E6A-9759-FB8F86988510}" type="pres">
      <dgm:prSet presAssocID="{28E6C98F-AFAE-4AD3-9AFF-4AD5B37731AA}" presName="root" presStyleCnt="0">
        <dgm:presLayoutVars>
          <dgm:dir/>
          <dgm:resizeHandles val="exact"/>
        </dgm:presLayoutVars>
      </dgm:prSet>
      <dgm:spPr/>
    </dgm:pt>
    <dgm:pt modelId="{513629A9-25F0-4494-B1F0-FA65E4046A00}" type="pres">
      <dgm:prSet presAssocID="{25538E41-442C-4EAA-9852-07EF97C765AF}" presName="compNode" presStyleCnt="0"/>
      <dgm:spPr/>
    </dgm:pt>
    <dgm:pt modelId="{7525BF5A-7CC5-407A-9592-509DAA7E2F50}" type="pres">
      <dgm:prSet presAssocID="{25538E41-442C-4EAA-9852-07EF97C765A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89A25B0-D9A6-480C-86A0-FB15E8E124B6}" type="pres">
      <dgm:prSet presAssocID="{25538E41-442C-4EAA-9852-07EF97C765AF}" presName="spaceRect" presStyleCnt="0"/>
      <dgm:spPr/>
    </dgm:pt>
    <dgm:pt modelId="{2EE6ECA0-861F-4E86-831A-1189E4BEA278}" type="pres">
      <dgm:prSet presAssocID="{25538E41-442C-4EAA-9852-07EF97C765AF}" presName="textRect" presStyleLbl="revTx" presStyleIdx="0" presStyleCnt="3">
        <dgm:presLayoutVars>
          <dgm:chMax val="1"/>
          <dgm:chPref val="1"/>
        </dgm:presLayoutVars>
      </dgm:prSet>
      <dgm:spPr/>
    </dgm:pt>
    <dgm:pt modelId="{62E2234B-9309-47D0-B819-186A2BA8167F}" type="pres">
      <dgm:prSet presAssocID="{F1AF9944-67AC-4D0F-8AED-49C197D40914}" presName="sibTrans" presStyleCnt="0"/>
      <dgm:spPr/>
    </dgm:pt>
    <dgm:pt modelId="{57F00B14-B410-41B4-9E1B-F737BECE255A}" type="pres">
      <dgm:prSet presAssocID="{3479963B-FC1D-4B36-B10F-98B428240F42}" presName="compNode" presStyleCnt="0"/>
      <dgm:spPr/>
    </dgm:pt>
    <dgm:pt modelId="{412DA964-D3B0-4932-8EB5-DE2BE2EE8935}" type="pres">
      <dgm:prSet presAssocID="{3479963B-FC1D-4B36-B10F-98B428240F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99F8FF1-D8AE-40B5-A1E0-0DCF9AD1DF3B}" type="pres">
      <dgm:prSet presAssocID="{3479963B-FC1D-4B36-B10F-98B428240F42}" presName="spaceRect" presStyleCnt="0"/>
      <dgm:spPr/>
    </dgm:pt>
    <dgm:pt modelId="{3DD35FAC-0FF1-48DF-BD42-58D30CC1CBEF}" type="pres">
      <dgm:prSet presAssocID="{3479963B-FC1D-4B36-B10F-98B428240F42}" presName="textRect" presStyleLbl="revTx" presStyleIdx="1" presStyleCnt="3">
        <dgm:presLayoutVars>
          <dgm:chMax val="1"/>
          <dgm:chPref val="1"/>
        </dgm:presLayoutVars>
      </dgm:prSet>
      <dgm:spPr/>
    </dgm:pt>
    <dgm:pt modelId="{4BEBA7F9-D183-4477-B2AB-874F6E37D6D3}" type="pres">
      <dgm:prSet presAssocID="{EEAEAFC5-CFF9-4749-9895-38191FE5262A}" presName="sibTrans" presStyleCnt="0"/>
      <dgm:spPr/>
    </dgm:pt>
    <dgm:pt modelId="{6EE8020F-5FCB-4D00-9781-BEA82649AD01}" type="pres">
      <dgm:prSet presAssocID="{1DA76027-71EA-4045-B716-DFAC51397E39}" presName="compNode" presStyleCnt="0"/>
      <dgm:spPr/>
    </dgm:pt>
    <dgm:pt modelId="{95535FEB-B9B2-44A5-90C9-593F3353BF52}" type="pres">
      <dgm:prSet presAssocID="{1DA76027-71EA-4045-B716-DFAC51397E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2B2BE62-7A77-4FFC-AE0E-B9701A2F4E5A}" type="pres">
      <dgm:prSet presAssocID="{1DA76027-71EA-4045-B716-DFAC51397E39}" presName="spaceRect" presStyleCnt="0"/>
      <dgm:spPr/>
    </dgm:pt>
    <dgm:pt modelId="{A66EFF39-0021-40F2-BC70-6208BE91E59C}" type="pres">
      <dgm:prSet presAssocID="{1DA76027-71EA-4045-B716-DFAC51397E3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F658906-EB7F-41BA-876E-DE94B1829A78}" type="presOf" srcId="{25538E41-442C-4EAA-9852-07EF97C765AF}" destId="{2EE6ECA0-861F-4E86-831A-1189E4BEA278}" srcOrd="0" destOrd="0" presId="urn:microsoft.com/office/officeart/2018/2/layout/IconLabelList"/>
    <dgm:cxn modelId="{776A890E-47A5-4B06-9C92-4C10DD8392E0}" srcId="{28E6C98F-AFAE-4AD3-9AFF-4AD5B37731AA}" destId="{3479963B-FC1D-4B36-B10F-98B428240F42}" srcOrd="1" destOrd="0" parTransId="{5C2B2AC6-487D-4DD0-A0C9-9CCF8E8B4551}" sibTransId="{EEAEAFC5-CFF9-4749-9895-38191FE5262A}"/>
    <dgm:cxn modelId="{0185C71A-C03E-452C-973A-F24642959ACE}" type="presOf" srcId="{3479963B-FC1D-4B36-B10F-98B428240F42}" destId="{3DD35FAC-0FF1-48DF-BD42-58D30CC1CBEF}" srcOrd="0" destOrd="0" presId="urn:microsoft.com/office/officeart/2018/2/layout/IconLabelList"/>
    <dgm:cxn modelId="{ECEC522F-832B-44AF-BC70-816D33FF4183}" srcId="{28E6C98F-AFAE-4AD3-9AFF-4AD5B37731AA}" destId="{25538E41-442C-4EAA-9852-07EF97C765AF}" srcOrd="0" destOrd="0" parTransId="{97713521-5B3A-4321-8243-92EFA61A4526}" sibTransId="{F1AF9944-67AC-4D0F-8AED-49C197D40914}"/>
    <dgm:cxn modelId="{EA688136-AD29-4C04-B489-B8253EB8B197}" type="presOf" srcId="{1DA76027-71EA-4045-B716-DFAC51397E39}" destId="{A66EFF39-0021-40F2-BC70-6208BE91E59C}" srcOrd="0" destOrd="0" presId="urn:microsoft.com/office/officeart/2018/2/layout/IconLabelList"/>
    <dgm:cxn modelId="{C8968839-1608-4BE6-B98F-F373BCCB1A2A}" srcId="{28E6C98F-AFAE-4AD3-9AFF-4AD5B37731AA}" destId="{1DA76027-71EA-4045-B716-DFAC51397E39}" srcOrd="2" destOrd="0" parTransId="{A5C4CC38-8E70-49D7-8926-AA4CB1E2440E}" sibTransId="{0DE7CEF3-47A4-4936-AAC6-DAEFE4798968}"/>
    <dgm:cxn modelId="{FC03259E-2088-484E-9894-00CD892B539B}" type="presOf" srcId="{28E6C98F-AFAE-4AD3-9AFF-4AD5B37731AA}" destId="{ADCC08DE-53F0-4E6A-9759-FB8F86988510}" srcOrd="0" destOrd="0" presId="urn:microsoft.com/office/officeart/2018/2/layout/IconLabelList"/>
    <dgm:cxn modelId="{887CCEA0-8179-4E1F-AA8E-B0D38BC50E76}" type="presParOf" srcId="{ADCC08DE-53F0-4E6A-9759-FB8F86988510}" destId="{513629A9-25F0-4494-B1F0-FA65E4046A00}" srcOrd="0" destOrd="0" presId="urn:microsoft.com/office/officeart/2018/2/layout/IconLabelList"/>
    <dgm:cxn modelId="{72194993-C900-4D73-9529-8D44962635D9}" type="presParOf" srcId="{513629A9-25F0-4494-B1F0-FA65E4046A00}" destId="{7525BF5A-7CC5-407A-9592-509DAA7E2F50}" srcOrd="0" destOrd="0" presId="urn:microsoft.com/office/officeart/2018/2/layout/IconLabelList"/>
    <dgm:cxn modelId="{EB95B9BA-D269-491A-84E8-34039AF13060}" type="presParOf" srcId="{513629A9-25F0-4494-B1F0-FA65E4046A00}" destId="{989A25B0-D9A6-480C-86A0-FB15E8E124B6}" srcOrd="1" destOrd="0" presId="urn:microsoft.com/office/officeart/2018/2/layout/IconLabelList"/>
    <dgm:cxn modelId="{8317E6BA-1103-4DB9-8D68-672333D0E291}" type="presParOf" srcId="{513629A9-25F0-4494-B1F0-FA65E4046A00}" destId="{2EE6ECA0-861F-4E86-831A-1189E4BEA278}" srcOrd="2" destOrd="0" presId="urn:microsoft.com/office/officeart/2018/2/layout/IconLabelList"/>
    <dgm:cxn modelId="{EFB1A8F9-CEB3-44FA-AAD1-90440D0890AC}" type="presParOf" srcId="{ADCC08DE-53F0-4E6A-9759-FB8F86988510}" destId="{62E2234B-9309-47D0-B819-186A2BA8167F}" srcOrd="1" destOrd="0" presId="urn:microsoft.com/office/officeart/2018/2/layout/IconLabelList"/>
    <dgm:cxn modelId="{14657AA0-088F-4021-BE97-4297A77BB7B9}" type="presParOf" srcId="{ADCC08DE-53F0-4E6A-9759-FB8F86988510}" destId="{57F00B14-B410-41B4-9E1B-F737BECE255A}" srcOrd="2" destOrd="0" presId="urn:microsoft.com/office/officeart/2018/2/layout/IconLabelList"/>
    <dgm:cxn modelId="{0D49EAF5-1A95-45FD-8712-7DD4B8440515}" type="presParOf" srcId="{57F00B14-B410-41B4-9E1B-F737BECE255A}" destId="{412DA964-D3B0-4932-8EB5-DE2BE2EE8935}" srcOrd="0" destOrd="0" presId="urn:microsoft.com/office/officeart/2018/2/layout/IconLabelList"/>
    <dgm:cxn modelId="{A195A464-D737-4B1E-A893-9B046AB1A857}" type="presParOf" srcId="{57F00B14-B410-41B4-9E1B-F737BECE255A}" destId="{399F8FF1-D8AE-40B5-A1E0-0DCF9AD1DF3B}" srcOrd="1" destOrd="0" presId="urn:microsoft.com/office/officeart/2018/2/layout/IconLabelList"/>
    <dgm:cxn modelId="{F2425547-6E4F-4AD0-A2BE-0AE7F8E1AD52}" type="presParOf" srcId="{57F00B14-B410-41B4-9E1B-F737BECE255A}" destId="{3DD35FAC-0FF1-48DF-BD42-58D30CC1CBEF}" srcOrd="2" destOrd="0" presId="urn:microsoft.com/office/officeart/2018/2/layout/IconLabelList"/>
    <dgm:cxn modelId="{938BD0EB-013E-460A-AD13-3366A3CF36A3}" type="presParOf" srcId="{ADCC08DE-53F0-4E6A-9759-FB8F86988510}" destId="{4BEBA7F9-D183-4477-B2AB-874F6E37D6D3}" srcOrd="3" destOrd="0" presId="urn:microsoft.com/office/officeart/2018/2/layout/IconLabelList"/>
    <dgm:cxn modelId="{5C6C5685-A0ED-4028-BA49-AC8652EDD016}" type="presParOf" srcId="{ADCC08DE-53F0-4E6A-9759-FB8F86988510}" destId="{6EE8020F-5FCB-4D00-9781-BEA82649AD01}" srcOrd="4" destOrd="0" presId="urn:microsoft.com/office/officeart/2018/2/layout/IconLabelList"/>
    <dgm:cxn modelId="{42460CFC-8A6C-449B-872D-2B835EDFB2A4}" type="presParOf" srcId="{6EE8020F-5FCB-4D00-9781-BEA82649AD01}" destId="{95535FEB-B9B2-44A5-90C9-593F3353BF52}" srcOrd="0" destOrd="0" presId="urn:microsoft.com/office/officeart/2018/2/layout/IconLabelList"/>
    <dgm:cxn modelId="{F03FA32D-76C2-4CE8-A05D-8227927A8D52}" type="presParOf" srcId="{6EE8020F-5FCB-4D00-9781-BEA82649AD01}" destId="{22B2BE62-7A77-4FFC-AE0E-B9701A2F4E5A}" srcOrd="1" destOrd="0" presId="urn:microsoft.com/office/officeart/2018/2/layout/IconLabelList"/>
    <dgm:cxn modelId="{3B5FB01D-29E3-4C6A-9FE8-DA17479F64A9}" type="presParOf" srcId="{6EE8020F-5FCB-4D00-9781-BEA82649AD01}" destId="{A66EFF39-0021-40F2-BC70-6208BE91E5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E68FED-6534-4201-B245-52B7DFF05BA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4BF75A-6BA0-47BF-9C90-C3941C9201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Dashboarding &amp; BI integration</a:t>
          </a:r>
        </a:p>
      </dgm:t>
    </dgm:pt>
    <dgm:pt modelId="{6820C13A-DF67-4140-B21A-A32C42B6F096}" type="parTrans" cxnId="{BD95494E-FC58-4FC9-9921-7BE4476A8853}">
      <dgm:prSet/>
      <dgm:spPr/>
      <dgm:t>
        <a:bodyPr/>
        <a:lstStyle/>
        <a:p>
          <a:endParaRPr lang="en-US"/>
        </a:p>
      </dgm:t>
    </dgm:pt>
    <dgm:pt modelId="{086C9372-2854-4DDF-B753-D6160113366B}" type="sibTrans" cxnId="{BD95494E-FC58-4FC9-9921-7BE4476A8853}">
      <dgm:prSet/>
      <dgm:spPr/>
      <dgm:t>
        <a:bodyPr/>
        <a:lstStyle/>
        <a:p>
          <a:endParaRPr lang="en-US"/>
        </a:p>
      </dgm:t>
    </dgm:pt>
    <dgm:pt modelId="{227389EB-A64D-428B-8665-298C9E842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data ingestion</a:t>
          </a:r>
        </a:p>
      </dgm:t>
    </dgm:pt>
    <dgm:pt modelId="{49CDC6DA-284A-4C51-AC1A-83AC6D14070D}" type="parTrans" cxnId="{906747DA-04B6-4661-A1E2-A9B0C1BDE524}">
      <dgm:prSet/>
      <dgm:spPr/>
      <dgm:t>
        <a:bodyPr/>
        <a:lstStyle/>
        <a:p>
          <a:endParaRPr lang="en-US"/>
        </a:p>
      </dgm:t>
    </dgm:pt>
    <dgm:pt modelId="{FBB894BE-3827-4241-A1E1-A06BF1A217DD}" type="sibTrans" cxnId="{906747DA-04B6-4661-A1E2-A9B0C1BDE524}">
      <dgm:prSet/>
      <dgm:spPr/>
      <dgm:t>
        <a:bodyPr/>
        <a:lstStyle/>
        <a:p>
          <a:endParaRPr lang="en-US"/>
        </a:p>
      </dgm:t>
    </dgm:pt>
    <dgm:pt modelId="{C00703A8-4167-481C-92A1-D4CBE4CCCE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ML-driven insights</a:t>
          </a:r>
        </a:p>
      </dgm:t>
    </dgm:pt>
    <dgm:pt modelId="{3C4E17C7-61BA-4345-BCEA-35536CFB1737}" type="parTrans" cxnId="{10D0E89B-16C8-491D-8752-D12D64FD3E5C}">
      <dgm:prSet/>
      <dgm:spPr/>
      <dgm:t>
        <a:bodyPr/>
        <a:lstStyle/>
        <a:p>
          <a:endParaRPr lang="en-US"/>
        </a:p>
      </dgm:t>
    </dgm:pt>
    <dgm:pt modelId="{99845136-8BAB-46F6-B389-E2E43605BB57}" type="sibTrans" cxnId="{10D0E89B-16C8-491D-8752-D12D64FD3E5C}">
      <dgm:prSet/>
      <dgm:spPr/>
      <dgm:t>
        <a:bodyPr/>
        <a:lstStyle/>
        <a:p>
          <a:endParaRPr lang="en-US"/>
        </a:p>
      </dgm:t>
    </dgm:pt>
    <dgm:pt modelId="{46B87FFA-660D-4755-83E6-2F9A3758A04A}" type="pres">
      <dgm:prSet presAssocID="{B5E68FED-6534-4201-B245-52B7DFF05BA8}" presName="root" presStyleCnt="0">
        <dgm:presLayoutVars>
          <dgm:dir/>
          <dgm:resizeHandles val="exact"/>
        </dgm:presLayoutVars>
      </dgm:prSet>
      <dgm:spPr/>
    </dgm:pt>
    <dgm:pt modelId="{8C2D164C-9C1C-42CB-AA5D-BF389CD164F3}" type="pres">
      <dgm:prSet presAssocID="{3A4BF75A-6BA0-47BF-9C90-C3941C920120}" presName="compNode" presStyleCnt="0"/>
      <dgm:spPr/>
    </dgm:pt>
    <dgm:pt modelId="{DED3A051-D530-4AB0-ACC2-56E34213B8D9}" type="pres">
      <dgm:prSet presAssocID="{3A4BF75A-6BA0-47BF-9C90-C3941C9201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049B9C5-2AC6-4E3F-8177-E668F8EDC224}" type="pres">
      <dgm:prSet presAssocID="{3A4BF75A-6BA0-47BF-9C90-C3941C920120}" presName="spaceRect" presStyleCnt="0"/>
      <dgm:spPr/>
    </dgm:pt>
    <dgm:pt modelId="{5DF6FD80-F450-41FC-873B-967CE0546D22}" type="pres">
      <dgm:prSet presAssocID="{3A4BF75A-6BA0-47BF-9C90-C3941C920120}" presName="textRect" presStyleLbl="revTx" presStyleIdx="0" presStyleCnt="3">
        <dgm:presLayoutVars>
          <dgm:chMax val="1"/>
          <dgm:chPref val="1"/>
        </dgm:presLayoutVars>
      </dgm:prSet>
      <dgm:spPr/>
    </dgm:pt>
    <dgm:pt modelId="{3F32AB92-9AC4-4F9C-BD82-C97E327149FB}" type="pres">
      <dgm:prSet presAssocID="{086C9372-2854-4DDF-B753-D6160113366B}" presName="sibTrans" presStyleCnt="0"/>
      <dgm:spPr/>
    </dgm:pt>
    <dgm:pt modelId="{B7A32618-E74B-40F7-9D6E-98A57337D1D0}" type="pres">
      <dgm:prSet presAssocID="{227389EB-A64D-428B-8665-298C9E84222F}" presName="compNode" presStyleCnt="0"/>
      <dgm:spPr/>
    </dgm:pt>
    <dgm:pt modelId="{092EB48A-3C49-4D5B-98CC-DC07D2DF461D}" type="pres">
      <dgm:prSet presAssocID="{227389EB-A64D-428B-8665-298C9E8422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C8C003E1-643D-473E-9639-F4539A516A11}" type="pres">
      <dgm:prSet presAssocID="{227389EB-A64D-428B-8665-298C9E84222F}" presName="spaceRect" presStyleCnt="0"/>
      <dgm:spPr/>
    </dgm:pt>
    <dgm:pt modelId="{FE908664-5536-4FC4-B700-19A6D32B5B66}" type="pres">
      <dgm:prSet presAssocID="{227389EB-A64D-428B-8665-298C9E84222F}" presName="textRect" presStyleLbl="revTx" presStyleIdx="1" presStyleCnt="3">
        <dgm:presLayoutVars>
          <dgm:chMax val="1"/>
          <dgm:chPref val="1"/>
        </dgm:presLayoutVars>
      </dgm:prSet>
      <dgm:spPr/>
    </dgm:pt>
    <dgm:pt modelId="{01EBCB7F-104E-4FCA-A786-14B7ADEC4FE6}" type="pres">
      <dgm:prSet presAssocID="{FBB894BE-3827-4241-A1E1-A06BF1A217DD}" presName="sibTrans" presStyleCnt="0"/>
      <dgm:spPr/>
    </dgm:pt>
    <dgm:pt modelId="{E8CF58AC-E216-41E5-96EF-4C541DB85166}" type="pres">
      <dgm:prSet presAssocID="{C00703A8-4167-481C-92A1-D4CBE4CCCE54}" presName="compNode" presStyleCnt="0"/>
      <dgm:spPr/>
    </dgm:pt>
    <dgm:pt modelId="{3311758F-E8D8-41F8-A1E3-FC17178E077A}" type="pres">
      <dgm:prSet presAssocID="{C00703A8-4167-481C-92A1-D4CBE4CCCE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C7F8AF-CDD9-4037-9FC9-A806568C953F}" type="pres">
      <dgm:prSet presAssocID="{C00703A8-4167-481C-92A1-D4CBE4CCCE54}" presName="spaceRect" presStyleCnt="0"/>
      <dgm:spPr/>
    </dgm:pt>
    <dgm:pt modelId="{3566073B-D0A9-49CF-AC96-F2C83FAF0EFF}" type="pres">
      <dgm:prSet presAssocID="{C00703A8-4167-481C-92A1-D4CBE4CCCE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CCCF35-5B8E-4A08-991D-B040A71C0F71}" type="presOf" srcId="{227389EB-A64D-428B-8665-298C9E84222F}" destId="{FE908664-5536-4FC4-B700-19A6D32B5B66}" srcOrd="0" destOrd="0" presId="urn:microsoft.com/office/officeart/2018/2/layout/IconLabelList"/>
    <dgm:cxn modelId="{DF2ED46B-8AEC-42A1-983E-C909AB417702}" type="presOf" srcId="{B5E68FED-6534-4201-B245-52B7DFF05BA8}" destId="{46B87FFA-660D-4755-83E6-2F9A3758A04A}" srcOrd="0" destOrd="0" presId="urn:microsoft.com/office/officeart/2018/2/layout/IconLabelList"/>
    <dgm:cxn modelId="{BD95494E-FC58-4FC9-9921-7BE4476A8853}" srcId="{B5E68FED-6534-4201-B245-52B7DFF05BA8}" destId="{3A4BF75A-6BA0-47BF-9C90-C3941C920120}" srcOrd="0" destOrd="0" parTransId="{6820C13A-DF67-4140-B21A-A32C42B6F096}" sibTransId="{086C9372-2854-4DDF-B753-D6160113366B}"/>
    <dgm:cxn modelId="{BA28F255-D87D-4936-B7CB-ABD2E123830D}" type="presOf" srcId="{3A4BF75A-6BA0-47BF-9C90-C3941C920120}" destId="{5DF6FD80-F450-41FC-873B-967CE0546D22}" srcOrd="0" destOrd="0" presId="urn:microsoft.com/office/officeart/2018/2/layout/IconLabelList"/>
    <dgm:cxn modelId="{10D0E89B-16C8-491D-8752-D12D64FD3E5C}" srcId="{B5E68FED-6534-4201-B245-52B7DFF05BA8}" destId="{C00703A8-4167-481C-92A1-D4CBE4CCCE54}" srcOrd="2" destOrd="0" parTransId="{3C4E17C7-61BA-4345-BCEA-35536CFB1737}" sibTransId="{99845136-8BAB-46F6-B389-E2E43605BB57}"/>
    <dgm:cxn modelId="{EE82FBA1-D413-400F-B5F6-AB8CA077960B}" type="presOf" srcId="{C00703A8-4167-481C-92A1-D4CBE4CCCE54}" destId="{3566073B-D0A9-49CF-AC96-F2C83FAF0EFF}" srcOrd="0" destOrd="0" presId="urn:microsoft.com/office/officeart/2018/2/layout/IconLabelList"/>
    <dgm:cxn modelId="{906747DA-04B6-4661-A1E2-A9B0C1BDE524}" srcId="{B5E68FED-6534-4201-B245-52B7DFF05BA8}" destId="{227389EB-A64D-428B-8665-298C9E84222F}" srcOrd="1" destOrd="0" parTransId="{49CDC6DA-284A-4C51-AC1A-83AC6D14070D}" sibTransId="{FBB894BE-3827-4241-A1E1-A06BF1A217DD}"/>
    <dgm:cxn modelId="{86DBC824-E8A7-4B58-9ED3-3200F8097978}" type="presParOf" srcId="{46B87FFA-660D-4755-83E6-2F9A3758A04A}" destId="{8C2D164C-9C1C-42CB-AA5D-BF389CD164F3}" srcOrd="0" destOrd="0" presId="urn:microsoft.com/office/officeart/2018/2/layout/IconLabelList"/>
    <dgm:cxn modelId="{9F25C34A-E95A-40E8-8372-48190CC17C1C}" type="presParOf" srcId="{8C2D164C-9C1C-42CB-AA5D-BF389CD164F3}" destId="{DED3A051-D530-4AB0-ACC2-56E34213B8D9}" srcOrd="0" destOrd="0" presId="urn:microsoft.com/office/officeart/2018/2/layout/IconLabelList"/>
    <dgm:cxn modelId="{BE751F82-CD2D-4CD1-A5DA-DA00E1A711C6}" type="presParOf" srcId="{8C2D164C-9C1C-42CB-AA5D-BF389CD164F3}" destId="{7049B9C5-2AC6-4E3F-8177-E668F8EDC224}" srcOrd="1" destOrd="0" presId="urn:microsoft.com/office/officeart/2018/2/layout/IconLabelList"/>
    <dgm:cxn modelId="{FA439DB7-7041-406C-8AEC-1B03CE6EDF30}" type="presParOf" srcId="{8C2D164C-9C1C-42CB-AA5D-BF389CD164F3}" destId="{5DF6FD80-F450-41FC-873B-967CE0546D22}" srcOrd="2" destOrd="0" presId="urn:microsoft.com/office/officeart/2018/2/layout/IconLabelList"/>
    <dgm:cxn modelId="{58DADD1E-9A43-4C12-8E03-EABE6B8636D4}" type="presParOf" srcId="{46B87FFA-660D-4755-83E6-2F9A3758A04A}" destId="{3F32AB92-9AC4-4F9C-BD82-C97E327149FB}" srcOrd="1" destOrd="0" presId="urn:microsoft.com/office/officeart/2018/2/layout/IconLabelList"/>
    <dgm:cxn modelId="{5E553018-CE48-4798-9E72-86327142166C}" type="presParOf" srcId="{46B87FFA-660D-4755-83E6-2F9A3758A04A}" destId="{B7A32618-E74B-40F7-9D6E-98A57337D1D0}" srcOrd="2" destOrd="0" presId="urn:microsoft.com/office/officeart/2018/2/layout/IconLabelList"/>
    <dgm:cxn modelId="{5E1840A4-02CA-410A-B18C-02BCD91B8CBA}" type="presParOf" srcId="{B7A32618-E74B-40F7-9D6E-98A57337D1D0}" destId="{092EB48A-3C49-4D5B-98CC-DC07D2DF461D}" srcOrd="0" destOrd="0" presId="urn:microsoft.com/office/officeart/2018/2/layout/IconLabelList"/>
    <dgm:cxn modelId="{2BBE7EC5-E475-40FF-8ECF-80673E571F14}" type="presParOf" srcId="{B7A32618-E74B-40F7-9D6E-98A57337D1D0}" destId="{C8C003E1-643D-473E-9639-F4539A516A11}" srcOrd="1" destOrd="0" presId="urn:microsoft.com/office/officeart/2018/2/layout/IconLabelList"/>
    <dgm:cxn modelId="{3D96CB4C-9C5F-4590-840D-07D26859364F}" type="presParOf" srcId="{B7A32618-E74B-40F7-9D6E-98A57337D1D0}" destId="{FE908664-5536-4FC4-B700-19A6D32B5B66}" srcOrd="2" destOrd="0" presId="urn:microsoft.com/office/officeart/2018/2/layout/IconLabelList"/>
    <dgm:cxn modelId="{6E9685B1-F2BD-4A6A-A906-20DD47245321}" type="presParOf" srcId="{46B87FFA-660D-4755-83E6-2F9A3758A04A}" destId="{01EBCB7F-104E-4FCA-A786-14B7ADEC4FE6}" srcOrd="3" destOrd="0" presId="urn:microsoft.com/office/officeart/2018/2/layout/IconLabelList"/>
    <dgm:cxn modelId="{7C0B9E82-4413-4410-A9ED-A9A9DB43822D}" type="presParOf" srcId="{46B87FFA-660D-4755-83E6-2F9A3758A04A}" destId="{E8CF58AC-E216-41E5-96EF-4C541DB85166}" srcOrd="4" destOrd="0" presId="urn:microsoft.com/office/officeart/2018/2/layout/IconLabelList"/>
    <dgm:cxn modelId="{5C21BCE0-DAC5-46ED-8A54-FC0DD747F624}" type="presParOf" srcId="{E8CF58AC-E216-41E5-96EF-4C541DB85166}" destId="{3311758F-E8D8-41F8-A1E3-FC17178E077A}" srcOrd="0" destOrd="0" presId="urn:microsoft.com/office/officeart/2018/2/layout/IconLabelList"/>
    <dgm:cxn modelId="{0EF15F1F-6B53-46A2-A0F8-9696181D9FF1}" type="presParOf" srcId="{E8CF58AC-E216-41E5-96EF-4C541DB85166}" destId="{A4C7F8AF-CDD9-4037-9FC9-A806568C953F}" srcOrd="1" destOrd="0" presId="urn:microsoft.com/office/officeart/2018/2/layout/IconLabelList"/>
    <dgm:cxn modelId="{DED91A04-CBFC-4158-96F9-CDD08CC805C2}" type="presParOf" srcId="{E8CF58AC-E216-41E5-96EF-4C541DB85166}" destId="{3566073B-D0A9-49CF-AC96-F2C83FAF0EF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D938D-AECD-41BC-A953-2ED5E143F109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0BD6E-68F5-4AC0-BB99-E2CD65FA33AC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Unify customer complaints data across channels</a:t>
          </a:r>
        </a:p>
      </dsp:txBody>
      <dsp:txXfrm>
        <a:off x="90151" y="2602589"/>
        <a:ext cx="2402775" cy="720000"/>
      </dsp:txXfrm>
    </dsp:sp>
    <dsp:sp modelId="{9B08CB30-C3AB-4EC7-8620-ABBA0F4E4ADE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0E5A9-DD3E-46E2-A69A-89EA46872151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 ingestion, processing, and analytics</a:t>
          </a:r>
        </a:p>
      </dsp:txBody>
      <dsp:txXfrm>
        <a:off x="2913412" y="2602589"/>
        <a:ext cx="2402775" cy="720000"/>
      </dsp:txXfrm>
    </dsp:sp>
    <dsp:sp modelId="{A936BA49-6B11-4788-9FA0-FB1AD2B5C596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75EF2-8BCE-493E-A367-3BB52E8BC02C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data-driven decision-making</a:t>
          </a:r>
        </a:p>
      </dsp:txBody>
      <dsp:txXfrm>
        <a:off x="5736673" y="2602589"/>
        <a:ext cx="2402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E01DF-961C-4B0A-A92F-BE97E63C8436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F1910-8B3C-48C3-B521-73F6A872E706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Fragmented data sources</a:t>
          </a:r>
        </a:p>
      </dsp:txBody>
      <dsp:txXfrm>
        <a:off x="2367950" y="516132"/>
        <a:ext cx="1592793" cy="1592793"/>
      </dsp:txXfrm>
    </dsp:sp>
    <dsp:sp modelId="{FF5ABCE3-EFC5-4071-A3F1-4088EBA2A36F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Manual reporting processes</a:t>
          </a:r>
        </a:p>
      </dsp:txBody>
      <dsp:txXfrm>
        <a:off x="4268855" y="516132"/>
        <a:ext cx="1592793" cy="1592793"/>
      </dsp:txXfrm>
    </dsp:sp>
    <dsp:sp modelId="{8EE9919A-6A98-44B2-AB3D-45505F009AC5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single source of truth</a:t>
          </a:r>
        </a:p>
      </dsp:txBody>
      <dsp:txXfrm>
        <a:off x="2367950" y="2417036"/>
        <a:ext cx="1592793" cy="1592793"/>
      </dsp:txXfrm>
    </dsp:sp>
    <dsp:sp modelId="{3CF64CB2-5A32-4BFE-880E-A3D7416F00AC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Limited scalability</a:t>
          </a:r>
        </a:p>
      </dsp:txBody>
      <dsp:txXfrm>
        <a:off x="4268855" y="2417036"/>
        <a:ext cx="1592793" cy="15927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40D2C-CD61-4384-9F7D-83BC293616A1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BD822-9933-4ADC-A01B-72FEEA011424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Centralised ELT data architecture</a:t>
          </a:r>
        </a:p>
      </dsp:txBody>
      <dsp:txXfrm>
        <a:off x="90151" y="2602589"/>
        <a:ext cx="2402775" cy="720000"/>
      </dsp:txXfrm>
    </dsp:sp>
    <dsp:sp modelId="{4164D7E3-F56D-444D-8914-AC91C6EFA988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E61CE-8397-497E-BB61-45E3B00BCF8E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Apache Airflow orchestration</a:t>
          </a:r>
        </a:p>
      </dsp:txBody>
      <dsp:txXfrm>
        <a:off x="2913412" y="2602589"/>
        <a:ext cx="2402775" cy="720000"/>
      </dsp:txXfrm>
    </dsp:sp>
    <dsp:sp modelId="{298760E1-A7E4-44B8-AD49-1AFF1B486E0B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F467A-F462-4867-A606-CBEFEF1D9F7E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Cloud-native and scalable platform</a:t>
          </a:r>
        </a:p>
      </dsp:txBody>
      <dsp:txXfrm>
        <a:off x="5736673" y="2602589"/>
        <a:ext cx="2402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1B25D-851D-4479-9AEA-A066ADAF3A25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F3DA9-BAE6-4391-978C-46E6F1CC4552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74223-8E09-45CB-9F74-4D0DDAB995A2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Airflow for orchestration</a:t>
          </a:r>
        </a:p>
      </dsp:txBody>
      <dsp:txXfrm>
        <a:off x="1340173" y="795493"/>
        <a:ext cx="2552269" cy="1082781"/>
      </dsp:txXfrm>
    </dsp:sp>
    <dsp:sp modelId="{0784D8E1-CA8C-4C85-8FC5-BC9D15244861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E7FC1-9FBD-45DC-8566-2B3856553310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1477F-E46D-46CF-B0B8-695D5312DDAF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Amazon S3 for raw data storage</a:t>
          </a:r>
        </a:p>
      </dsp:txBody>
      <dsp:txXfrm>
        <a:off x="5651962" y="795493"/>
        <a:ext cx="2552269" cy="1082781"/>
      </dsp:txXfrm>
    </dsp:sp>
    <dsp:sp modelId="{2262DFB0-A0A7-4E4B-BCD1-09147CFE307E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A6453-468B-4BAA-BA79-2470C8F78E5B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2B424-3305-4B3F-9E1C-EBCE897442D1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BigQuery as analytics warehouse</a:t>
          </a:r>
        </a:p>
      </dsp:txBody>
      <dsp:txXfrm>
        <a:off x="1340173" y="2647688"/>
        <a:ext cx="2552269" cy="1082781"/>
      </dsp:txXfrm>
    </dsp:sp>
    <dsp:sp modelId="{3E81EEB7-D4C0-4BD8-9223-2A2C6998A277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66709-6DE8-43C9-B8AB-9BF929DF0F45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0B5B3-7DCD-4F73-B7D6-C22B9F552F15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dbt for transformations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E33D2-35B9-442D-A17E-73C0D4B2EE2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96431-F5BC-49E7-AF69-5E184E5B492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78F35-6C0D-4AB9-AAB9-EC3228C11A68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Bronze: Raw ingested data</a:t>
          </a:r>
        </a:p>
      </dsp:txBody>
      <dsp:txXfrm>
        <a:off x="1493203" y="552"/>
        <a:ext cx="6736396" cy="1292816"/>
      </dsp:txXfrm>
    </dsp:sp>
    <dsp:sp modelId="{27F166DF-AAFC-4DDE-9F0A-BA3A1CB8EB2B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AD8A-E014-4C8F-BC7A-CD024FC39364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93061-F4AD-4871-A4BF-0A723C76EFC9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Silver: Cleaned &amp; standardised data</a:t>
          </a:r>
        </a:p>
      </dsp:txBody>
      <dsp:txXfrm>
        <a:off x="1493203" y="1616573"/>
        <a:ext cx="6736396" cy="1292816"/>
      </dsp:txXfrm>
    </dsp:sp>
    <dsp:sp modelId="{06C1BB44-71AC-4E8A-B01E-3C19789F87C7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8602D-301A-44E9-B0A4-99D74C201D3A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D3EC4-CBEE-43E0-98BE-79E7D355EDCA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Gold: Business-ready analytics models</a:t>
          </a:r>
        </a:p>
      </dsp:txBody>
      <dsp:txXfrm>
        <a:off x="1493203" y="3232593"/>
        <a:ext cx="6736396" cy="12928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448CDB-FAE6-4102-B79B-BD6A2532E6AB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5F059-47C4-45E1-8209-0E5A3101B835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Reliable and trusted analytics</a:t>
          </a:r>
        </a:p>
      </dsp:txBody>
      <dsp:txXfrm>
        <a:off x="90151" y="2602589"/>
        <a:ext cx="2402775" cy="720000"/>
      </dsp:txXfrm>
    </dsp:sp>
    <dsp:sp modelId="{BD5307DE-9B61-4302-94CD-57F40CDA2355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9909C-8BD1-4340-A80A-C0924AE6483B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Faster reporting and insights</a:t>
          </a:r>
        </a:p>
      </dsp:txBody>
      <dsp:txXfrm>
        <a:off x="2913412" y="2602589"/>
        <a:ext cx="2402775" cy="720000"/>
      </dsp:txXfrm>
    </dsp:sp>
    <dsp:sp modelId="{1B10B75F-7587-4041-B982-7D753121A63B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182DD-776F-40BA-888A-9440AAC4453F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Foundation for advanced analytics &amp; AI</a:t>
          </a:r>
        </a:p>
      </dsp:txBody>
      <dsp:txXfrm>
        <a:off x="5736673" y="2602589"/>
        <a:ext cx="2402775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5BF5A-7CC5-407A-9592-509DAA7E2F50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6ECA0-861F-4E86-831A-1189E4BEA278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Automated data pipelines</a:t>
          </a:r>
        </a:p>
      </dsp:txBody>
      <dsp:txXfrm>
        <a:off x="90151" y="2602589"/>
        <a:ext cx="2402775" cy="720000"/>
      </dsp:txXfrm>
    </dsp:sp>
    <dsp:sp modelId="{412DA964-D3B0-4932-8EB5-DE2BE2EE8935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35FAC-0FF1-48DF-BD42-58D30CC1CBEF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Improved data quality</a:t>
          </a:r>
        </a:p>
      </dsp:txBody>
      <dsp:txXfrm>
        <a:off x="2913412" y="2602589"/>
        <a:ext cx="2402775" cy="720000"/>
      </dsp:txXfrm>
    </dsp:sp>
    <dsp:sp modelId="{95535FEB-B9B2-44A5-90C9-593F3353BF52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EFF39-0021-40F2-BC70-6208BE91E59C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Unified customer insight</a:t>
          </a:r>
        </a:p>
      </dsp:txBody>
      <dsp:txXfrm>
        <a:off x="5736673" y="2602589"/>
        <a:ext cx="2402775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3A051-D530-4AB0-ACC2-56E34213B8D9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6FD80-F450-41FC-873B-967CE0546D22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Dashboarding &amp; BI integration</a:t>
          </a:r>
        </a:p>
      </dsp:txBody>
      <dsp:txXfrm>
        <a:off x="90151" y="2602589"/>
        <a:ext cx="2402775" cy="720000"/>
      </dsp:txXfrm>
    </dsp:sp>
    <dsp:sp modelId="{092EB48A-3C49-4D5B-98CC-DC07D2DF461D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08664-5536-4FC4-B700-19A6D32B5B66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Real-time data ingestion</a:t>
          </a:r>
        </a:p>
      </dsp:txBody>
      <dsp:txXfrm>
        <a:off x="2913412" y="2602589"/>
        <a:ext cx="2402775" cy="720000"/>
      </dsp:txXfrm>
    </dsp:sp>
    <dsp:sp modelId="{3311758F-E8D8-41F8-A1E3-FC17178E077A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6073B-D0A9-49CF-AC96-F2C83FAF0EFF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ML-driven insights</a:t>
          </a:r>
        </a:p>
      </dsp:txBody>
      <dsp:txXfrm>
        <a:off x="5736673" y="2602589"/>
        <a:ext cx="24027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443" y="1321056"/>
            <a:ext cx="8013114" cy="1991979"/>
          </a:xfrm>
        </p:spPr>
        <p:txBody>
          <a:bodyPr anchor="b">
            <a:normAutofit/>
          </a:bodyPr>
          <a:lstStyle/>
          <a:p>
            <a:r>
              <a:rPr lang="en-US" sz="4500">
                <a:solidFill>
                  <a:schemeClr val="tx2"/>
                </a:solidFill>
              </a:rPr>
              <a:t>CoreTelecoms Unified Customer Experience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1046" y="3525490"/>
            <a:ext cx="7101908" cy="86563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</a:rPr>
              <a:t>Automated ELT Data Platform for Customer Complaints Analytics</a:t>
            </a:r>
          </a:p>
          <a:p>
            <a:pPr>
              <a:lnSpc>
                <a:spcPct val="90000"/>
              </a:lnSpc>
            </a:pPr>
            <a:r>
              <a:rPr lang="en-US" sz="2000" b="1">
                <a:solidFill>
                  <a:schemeClr val="tx2"/>
                </a:solidFill>
              </a:rPr>
              <a:t>Designed by Kenechukwu Jane Ibezim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5" y="4001437"/>
            <a:ext cx="3655725" cy="2057400"/>
            <a:chOff x="-305" y="-1"/>
            <a:chExt cx="3832880" cy="2876136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04E579-EC27-F76E-CC8A-1718B92175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9756BF-1135-5F4B-11E4-202BAB9881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Delivered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8906556-192D-A837-1E36-D409E7DA21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5B2227-694E-AF0A-02F1-7F9AF1F1AC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ELT Medallion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9B0A3-4701-3E01-2D7C-EF0200145D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02CF46-DFB1-626C-82AB-DB83EB28C5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Outcomes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0E52A15-360B-5ACB-2CA6-5054CBFCE8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255225D-31AE-202F-3063-347BA38FD1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CoreTelecoms Unified Customer Experience Platform</vt:lpstr>
      <vt:lpstr>Project Objective</vt:lpstr>
      <vt:lpstr>Business Challenges</vt:lpstr>
      <vt:lpstr>Solution Delivered</vt:lpstr>
      <vt:lpstr>Architecture Overview</vt:lpstr>
      <vt:lpstr>ELT Medallion Architecture</vt:lpstr>
      <vt:lpstr>Business Value</vt:lpstr>
      <vt:lpstr>Key Outcomes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kene Jane</cp:lastModifiedBy>
  <cp:revision>2</cp:revision>
  <dcterms:created xsi:type="dcterms:W3CDTF">2013-01-27T09:14:16Z</dcterms:created>
  <dcterms:modified xsi:type="dcterms:W3CDTF">2025-12-07T22:52:51Z</dcterms:modified>
  <cp:category/>
</cp:coreProperties>
</file>